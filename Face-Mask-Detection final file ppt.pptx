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F3F3F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D3D3D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F3F3F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D3D3D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F3F3F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F3F3F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92C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8176" y="7751062"/>
            <a:ext cx="1725168" cy="41148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92C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175" y="7751062"/>
            <a:ext cx="1725168" cy="4114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4837" y="356362"/>
            <a:ext cx="6138951" cy="882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F3F3F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20661" y="1309104"/>
            <a:ext cx="7021830" cy="1830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D3D3D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ensorflow.org/" TargetMode="External"/><Relationship Id="rId3" Type="http://schemas.openxmlformats.org/officeDocument/2006/relationships/hyperlink" Target="https://keras.io/" TargetMode="External"/><Relationship Id="rId4" Type="http://schemas.openxmlformats.org/officeDocument/2006/relationships/hyperlink" Target="https://www.kaggle.com/" TargetMode="External"/><Relationship Id="rId5" Type="http://schemas.openxmlformats.org/officeDocument/2006/relationships/hyperlink" Target="https://opencv.org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1304" y="2604261"/>
            <a:ext cx="6073775" cy="124396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4900"/>
              </a:lnSpc>
            </a:pPr>
            <a:r>
              <a:rPr dirty="0" sz="3900" spc="315"/>
              <a:t>Face</a:t>
            </a:r>
            <a:r>
              <a:rPr dirty="0" sz="3900" spc="25"/>
              <a:t> </a:t>
            </a:r>
            <a:r>
              <a:rPr dirty="0" sz="3900" spc="210"/>
              <a:t>Mask</a:t>
            </a:r>
            <a:r>
              <a:rPr dirty="0" sz="3900" spc="30"/>
              <a:t> </a:t>
            </a:r>
            <a:r>
              <a:rPr dirty="0" sz="3900" spc="185"/>
              <a:t>Detection</a:t>
            </a:r>
            <a:r>
              <a:rPr dirty="0" sz="3900" spc="30"/>
              <a:t> </a:t>
            </a:r>
            <a:r>
              <a:rPr dirty="0" sz="3900" spc="225"/>
              <a:t>using </a:t>
            </a:r>
            <a:r>
              <a:rPr dirty="0" sz="3900" spc="250"/>
              <a:t>TensorFlow</a:t>
            </a:r>
            <a:r>
              <a:rPr dirty="0" sz="3900" spc="10"/>
              <a:t> </a:t>
            </a:r>
            <a:r>
              <a:rPr dirty="0" sz="3900" spc="160"/>
              <a:t>in</a:t>
            </a:r>
            <a:r>
              <a:rPr dirty="0" sz="3900" spc="-5"/>
              <a:t> </a:t>
            </a:r>
            <a:r>
              <a:rPr dirty="0" sz="3900" spc="215"/>
              <a:t>Python</a:t>
            </a:r>
            <a:endParaRPr sz="3900"/>
          </a:p>
        </p:txBody>
      </p:sp>
      <p:sp>
        <p:nvSpPr>
          <p:cNvPr id="4" name="object 4"/>
          <p:cNvSpPr txBox="1"/>
          <p:nvPr/>
        </p:nvSpPr>
        <p:spPr>
          <a:xfrm>
            <a:off x="781304" y="4212716"/>
            <a:ext cx="5842635" cy="1345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S"bmittcd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75">
                <a:solidFill>
                  <a:srgbClr val="D3D3D1"/>
                </a:solidFill>
                <a:latin typeface="Arial"/>
                <a:cs typeface="Arial"/>
              </a:rPr>
              <a:t>bQ: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D3D3D1"/>
                </a:solidFill>
                <a:latin typeface="Arial"/>
                <a:cs typeface="Arial"/>
              </a:rPr>
              <a:t>Vi:ck</a:t>
            </a:r>
            <a:r>
              <a:rPr dirty="0" sz="1550" spc="-114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80" b="1">
                <a:solidFill>
                  <a:srgbClr val="D3D3D1"/>
                </a:solidFill>
                <a:latin typeface="Arial"/>
                <a:cs typeface="Arial"/>
              </a:rPr>
              <a:t>Pa⭲da,</a:t>
            </a:r>
            <a:r>
              <a:rPr dirty="0" sz="1550" spc="-10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 b="1">
                <a:solidFill>
                  <a:srgbClr val="D3D3D1"/>
                </a:solidFill>
                <a:latin typeface="Arial"/>
                <a:cs typeface="Arial"/>
              </a:rPr>
              <a:t>Aditi</a:t>
            </a:r>
            <a:r>
              <a:rPr dirty="0" sz="1550" spc="-11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5" b="1">
                <a:solidFill>
                  <a:srgbClr val="D3D3D1"/>
                </a:solidFill>
                <a:latin typeface="Arial"/>
                <a:cs typeface="Arial"/>
              </a:rPr>
              <a:t>Skaíma,</a:t>
            </a:r>
            <a:r>
              <a:rPr dirty="0" sz="1550" spc="-10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 b="1">
                <a:solidFill>
                  <a:srgbClr val="D3D3D1"/>
                </a:solidFill>
                <a:latin typeface="Arial"/>
                <a:cs typeface="Arial"/>
              </a:rPr>
              <a:t>Rokit</a:t>
            </a:r>
            <a:r>
              <a:rPr dirty="0" sz="1550" spc="-12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 b="1">
                <a:solidFill>
                  <a:srgbClr val="D3D3D1"/>
                </a:solidFill>
                <a:latin typeface="Arial"/>
                <a:cs typeface="Arial"/>
              </a:rPr>
              <a:t>K"maí,</a:t>
            </a:r>
            <a:r>
              <a:rPr dirty="0" sz="1550" spc="-10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 b="1">
                <a:solidFill>
                  <a:srgbClr val="D3D3D1"/>
                </a:solidFill>
                <a:latin typeface="Arial"/>
                <a:cs typeface="Arial"/>
              </a:rPr>
              <a:t>Ncka</a:t>
            </a:r>
            <a:r>
              <a:rPr dirty="0" sz="1550" spc="-12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D3D3D1"/>
                </a:solidFill>
                <a:latin typeface="Arial"/>
                <a:cs typeface="Arial"/>
              </a:rPr>
              <a:t>Vcíma</a:t>
            </a:r>
            <a:endParaRPr sz="1550">
              <a:latin typeface="Arial"/>
              <a:cs typeface="Arial"/>
            </a:endParaRPr>
          </a:p>
          <a:p>
            <a:pPr marL="12700" marR="2185035">
              <a:lnSpc>
                <a:spcPts val="4260"/>
              </a:lnSpc>
              <a:spcBef>
                <a:spcPts val="340"/>
              </a:spcBef>
            </a:pPr>
            <a:r>
              <a:rPr dirty="0" sz="1550" spc="-114">
                <a:solidFill>
                  <a:srgbClr val="D3D3D1"/>
                </a:solidFill>
                <a:latin typeface="Arial"/>
                <a:cs typeface="Arial"/>
              </a:rPr>
              <a:t>I⭲tcí⭲skip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0">
                <a:solidFill>
                  <a:srgbClr val="D3D3D1"/>
                </a:solidFill>
                <a:latin typeface="Arial"/>
                <a:cs typeface="Arial"/>
              </a:rPr>
              <a:t>U⭲dcí: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80">
                <a:solidFill>
                  <a:srgbClr val="D3D3D1"/>
                </a:solidFill>
                <a:latin typeface="Arial"/>
                <a:cs typeface="Arial"/>
              </a:rPr>
              <a:t>AENEXZ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ľECH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20">
                <a:solidFill>
                  <a:srgbClr val="D3D3D1"/>
                </a:solidFill>
                <a:latin typeface="Arial"/>
                <a:cs typeface="Arial"/>
              </a:rPr>
              <a:t>PVľ</a:t>
            </a:r>
            <a:r>
              <a:rPr dirty="0" sz="1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14">
                <a:solidFill>
                  <a:srgbClr val="D3D3D1"/>
                </a:solidFill>
                <a:latin typeface="Arial"/>
                <a:cs typeface="Arial"/>
              </a:rPr>
              <a:t>ḺľK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Katc:</a:t>
            </a:r>
            <a:r>
              <a:rPr dirty="0" sz="1550" spc="1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Kcccmbcí</a:t>
            </a:r>
            <a:r>
              <a:rPr dirty="0" sz="15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2025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08992" y="7519416"/>
            <a:ext cx="1996439" cy="643255"/>
          </a:xfrm>
          <a:custGeom>
            <a:avLst/>
            <a:gdLst/>
            <a:ahLst/>
            <a:cxnLst/>
            <a:rect l="l" t="t" r="r" b="b"/>
            <a:pathLst>
              <a:path w="1996440" h="643254">
                <a:moveTo>
                  <a:pt x="1996440" y="0"/>
                </a:moveTo>
                <a:lnTo>
                  <a:pt x="0" y="0"/>
                </a:lnTo>
                <a:lnTo>
                  <a:pt x="0" y="643127"/>
                </a:lnTo>
                <a:lnTo>
                  <a:pt x="1996440" y="643127"/>
                </a:lnTo>
                <a:lnTo>
                  <a:pt x="199644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6329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115"/>
              </a:spcBef>
            </a:pPr>
            <a:r>
              <a:rPr dirty="0" sz="3900" spc="245"/>
              <a:t>Problem</a:t>
            </a:r>
            <a:r>
              <a:rPr dirty="0" sz="3900" spc="10"/>
              <a:t> </a:t>
            </a:r>
            <a:r>
              <a:rPr dirty="0" sz="3900" spc="220"/>
              <a:t>Statement</a:t>
            </a:r>
            <a:endParaRPr sz="3900"/>
          </a:p>
        </p:txBody>
      </p:sp>
      <p:sp>
        <p:nvSpPr>
          <p:cNvPr id="4" name="object 4"/>
          <p:cNvSpPr txBox="1"/>
          <p:nvPr/>
        </p:nvSpPr>
        <p:spPr>
          <a:xfrm>
            <a:off x="781304" y="1676317"/>
            <a:ext cx="6951345" cy="419290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170815">
              <a:lnSpc>
                <a:spcPct val="134500"/>
              </a:lnSpc>
              <a:spcBef>
                <a:spcPts val="85"/>
              </a:spcBef>
            </a:pPr>
            <a:r>
              <a:rPr dirty="0" sz="1550" spc="204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COVIK-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19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pa⭲dcmic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r"⭲damc⭲tallQ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tía⭲sroímcd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p"blic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kcaltk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píotocols, 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cmpkasizi⭲g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tkc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cíitical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impoíta⭲cc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or</a:t>
            </a:r>
            <a:r>
              <a:rPr dirty="0" sz="1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wcaíi⭲g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racc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masks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3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5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cíowdcd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p"blic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spaccs,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kcaltkcaíc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racilitics,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tía⭲spoítatio⭲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80">
                <a:solidFill>
                  <a:srgbClr val="D3D3D1"/>
                </a:solidFill>
                <a:latin typeface="Arial"/>
                <a:cs typeface="Arial"/>
              </a:rPr>
              <a:t>k"bs.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Ma⭲"al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or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complia⭲cc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acíoss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laígc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aícas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80">
                <a:solidFill>
                  <a:srgbClr val="D3D3D1"/>
                </a:solidFill>
                <a:latin typeface="Arial"/>
                <a:cs typeface="Arial"/>
              </a:rPr>
              <a:t>pío:cd</a:t>
            </a:r>
            <a:r>
              <a:rPr dirty="0" sz="15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botk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ícso"ícc-</a:t>
            </a:r>
            <a:r>
              <a:rPr dirty="0" sz="1550" spc="-105">
                <a:solidFill>
                  <a:srgbClr val="D3D3D1"/>
                </a:solidFill>
                <a:latin typeface="Arial"/>
                <a:cs typeface="Arial"/>
              </a:rPr>
              <a:t>i⭲tc⭲si:c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a⭲d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impíactical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s"stai⭲cd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implcmc⭲tatio⭲.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ľíaditio⭲al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s"í:cilla⭲cc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mctkods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85">
                <a:solidFill>
                  <a:srgbClr val="D3D3D1"/>
                </a:solidFill>
                <a:latin typeface="Arial"/>
                <a:cs typeface="Arial"/>
              </a:rPr>
              <a:t>ícq"iíc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50">
                <a:solidFill>
                  <a:srgbClr val="D3D3D1"/>
                </a:solidFill>
                <a:latin typeface="Arial"/>
                <a:cs typeface="Arial"/>
              </a:rPr>
              <a:t>co⭲sta⭲t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k"ma⭲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o:císigkt,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90">
                <a:solidFill>
                  <a:srgbClr val="D3D3D1"/>
                </a:solidFill>
                <a:latin typeface="Arial"/>
                <a:cs typeface="Arial"/>
              </a:rPr>
              <a:t>lcadi⭲g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to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ratig"c,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50">
                <a:solidFill>
                  <a:srgbClr val="D3D3D1"/>
                </a:solidFill>
                <a:latin typeface="Arial"/>
                <a:cs typeface="Arial"/>
              </a:rPr>
              <a:t>i⭲co⭲sistc⭲t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95">
                <a:solidFill>
                  <a:srgbClr val="D3D3D1"/>
                </a:solidFill>
                <a:latin typeface="Arial"/>
                <a:cs typeface="Arial"/>
              </a:rPr>
              <a:t>c⭲roíccmc⭲t,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8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4">
                <a:solidFill>
                  <a:srgbClr val="D3D3D1"/>
                </a:solidFill>
                <a:latin typeface="Arial"/>
                <a:cs typeface="Arial"/>
              </a:rPr>
              <a:t>sig⭲irica⭲t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laboí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costs.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Oíga⭲izatio⭲s</a:t>
            </a:r>
            <a:endParaRPr sz="1550">
              <a:latin typeface="Arial"/>
              <a:cs typeface="Arial"/>
            </a:endParaRPr>
          </a:p>
          <a:p>
            <a:pPr marL="12700" marR="691515">
              <a:lnSpc>
                <a:spcPts val="2520"/>
              </a:lnSpc>
              <a:spcBef>
                <a:spcPts val="170"/>
              </a:spcBef>
            </a:pPr>
            <a:r>
              <a:rPr dirty="0" sz="1550" spc="-100">
                <a:solidFill>
                  <a:srgbClr val="D3D3D1"/>
                </a:solidFill>
                <a:latin typeface="Arial"/>
                <a:cs typeface="Arial"/>
              </a:rPr>
              <a:t>⭲ccdcd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65">
                <a:solidFill>
                  <a:srgbClr val="D3D3D1"/>
                </a:solidFill>
                <a:latin typeface="Arial"/>
                <a:cs typeface="Arial"/>
              </a:rPr>
              <a:t>a⭲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5">
                <a:solidFill>
                  <a:srgbClr val="D3D3D1"/>
                </a:solidFill>
                <a:latin typeface="Arial"/>
                <a:cs typeface="Arial"/>
              </a:rPr>
              <a:t>i⭲tclligc⭲t,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scalablc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sol"tio⭲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capablc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or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co⭲ti⭲"o"s,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ícal-</a:t>
            </a:r>
            <a:r>
              <a:rPr dirty="0" sz="1550" spc="30">
                <a:solidFill>
                  <a:srgbClr val="D3D3D1"/>
                </a:solidFill>
                <a:latin typeface="Arial"/>
                <a:cs typeface="Arial"/>
              </a:rPr>
              <a:t>timc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90">
                <a:solidFill>
                  <a:srgbClr val="D3D3D1"/>
                </a:solidFill>
                <a:latin typeface="Arial"/>
                <a:cs typeface="Arial"/>
              </a:rPr>
              <a:t>witko"t</a:t>
            </a:r>
            <a:r>
              <a:rPr dirty="0" sz="1550" spc="-8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k"ma⭲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i⭲tcí:c⭲tio⭲.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34200"/>
              </a:lnSpc>
              <a:spcBef>
                <a:spcPts val="1210"/>
              </a:spcBef>
            </a:pPr>
            <a:r>
              <a:rPr dirty="0" sz="1550" spc="150">
                <a:solidFill>
                  <a:srgbClr val="D3D3D1"/>
                </a:solidFill>
                <a:latin typeface="Arial"/>
                <a:cs typeface="Arial"/>
              </a:rPr>
              <a:t>ľkis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píojcct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addícsscs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tkc</a:t>
            </a:r>
            <a:r>
              <a:rPr dirty="0" sz="1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"ígc⭲t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60">
                <a:solidFill>
                  <a:srgbClr val="D3D3D1"/>
                </a:solidFill>
                <a:latin typeface="Arial"/>
                <a:cs typeface="Arial"/>
              </a:rPr>
              <a:t>⭲ccd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65">
                <a:solidFill>
                  <a:srgbClr val="D3D3D1"/>
                </a:solidFill>
                <a:latin typeface="Arial"/>
                <a:cs typeface="Arial"/>
              </a:rPr>
              <a:t>a⭲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a"tomatcd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sQstcm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30">
                <a:solidFill>
                  <a:srgbClr val="D3D3D1"/>
                </a:solidFill>
                <a:latin typeface="Arial"/>
                <a:cs typeface="Arial"/>
              </a:rPr>
              <a:t>tkat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ca⭲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acc"íatclQ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5">
                <a:solidFill>
                  <a:srgbClr val="D3D3D1"/>
                </a:solidFill>
                <a:latin typeface="Arial"/>
                <a:cs typeface="Arial"/>
              </a:rPr>
              <a:t>idc⭲tirQ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complia⭲cc </a:t>
            </a:r>
            <a:r>
              <a:rPr dirty="0" sz="1550" spc="-33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ícal-timc,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70">
                <a:solidFill>
                  <a:srgbClr val="D3D3D1"/>
                </a:solidFill>
                <a:latin typeface="Arial"/>
                <a:cs typeface="Arial"/>
              </a:rPr>
              <a:t>c⭲abli⭲g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píoacti:c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p"blic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kcaltk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mcas"ícs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crricic⭲t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80">
                <a:solidFill>
                  <a:srgbClr val="D3D3D1"/>
                </a:solidFill>
                <a:latin typeface="Arial"/>
                <a:cs typeface="Arial"/>
              </a:rPr>
              <a:t>ícso"ícc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allocatio⭲.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1792" y="1770888"/>
            <a:ext cx="560222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363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100"/>
              </a:spcBef>
            </a:pPr>
            <a:r>
              <a:rPr dirty="0" sz="3500" spc="204"/>
              <a:t>Proposed</a:t>
            </a:r>
            <a:r>
              <a:rPr dirty="0" sz="3500" spc="60"/>
              <a:t> </a:t>
            </a:r>
            <a:r>
              <a:rPr dirty="0" sz="3500" spc="170"/>
              <a:t>Solution</a:t>
            </a:r>
            <a:endParaRPr sz="3500"/>
          </a:p>
        </p:txBody>
      </p:sp>
      <p:sp>
        <p:nvSpPr>
          <p:cNvPr id="4" name="object 4"/>
          <p:cNvSpPr txBox="1"/>
          <p:nvPr/>
        </p:nvSpPr>
        <p:spPr>
          <a:xfrm>
            <a:off x="781304" y="1401877"/>
            <a:ext cx="7483475" cy="11931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110"/>
              </a:spcBef>
            </a:pPr>
            <a:r>
              <a:rPr dirty="0" sz="1400" spc="7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4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D3D3D1"/>
                </a:solidFill>
                <a:latin typeface="Arial"/>
                <a:cs typeface="Arial"/>
              </a:rPr>
              <a:t>sol"tio⭲</a:t>
            </a:r>
            <a:r>
              <a:rPr dirty="0" sz="14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D3D3D1"/>
                </a:solidFill>
                <a:latin typeface="Arial"/>
                <a:cs typeface="Arial"/>
              </a:rPr>
              <a:t>lc:cíagcs</a:t>
            </a:r>
            <a:r>
              <a:rPr dirty="0" sz="140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D3D3D1"/>
                </a:solidFill>
                <a:latin typeface="Arial"/>
                <a:cs typeface="Arial"/>
              </a:rPr>
              <a:t>c"tti⭲g-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cdgc</a:t>
            </a:r>
            <a:r>
              <a:rPr dirty="0" sz="14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dccp</a:t>
            </a:r>
            <a:r>
              <a:rPr dirty="0" sz="14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40">
                <a:solidFill>
                  <a:srgbClr val="D3D3D1"/>
                </a:solidFill>
                <a:latin typeface="Arial"/>
                <a:cs typeface="Arial"/>
              </a:rPr>
              <a:t>lcaí⭲i⭲g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4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D3D3D1"/>
                </a:solidFill>
                <a:latin typeface="Arial"/>
                <a:cs typeface="Arial"/>
              </a:rPr>
              <a:t>comp"tcí</a:t>
            </a:r>
            <a:r>
              <a:rPr dirty="0" sz="14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D3D3D1"/>
                </a:solidFill>
                <a:latin typeface="Arial"/>
                <a:cs typeface="Arial"/>
              </a:rPr>
              <a:t>:isio⭲</a:t>
            </a:r>
            <a:r>
              <a:rPr dirty="0" sz="14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tcck⭲iq"cs</a:t>
            </a:r>
            <a:r>
              <a:rPr dirty="0" sz="14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4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cícatc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360">
                <a:solidFill>
                  <a:srgbClr val="D3D3D1"/>
                </a:solidFill>
                <a:latin typeface="Arial"/>
                <a:cs typeface="Arial"/>
              </a:rPr>
              <a:t>a⭲</a:t>
            </a:r>
            <a:r>
              <a:rPr dirty="0" sz="1400" spc="-90">
                <a:solidFill>
                  <a:srgbClr val="D3D3D1"/>
                </a:solidFill>
                <a:latin typeface="Arial"/>
                <a:cs typeface="Arial"/>
              </a:rPr>
              <a:t> i⭲tclligc⭲t</a:t>
            </a:r>
            <a:r>
              <a:rPr dirty="0" sz="14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racc</a:t>
            </a:r>
            <a:r>
              <a:rPr dirty="0" sz="14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14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D3D3D1"/>
                </a:solidFill>
                <a:latin typeface="Arial"/>
                <a:cs typeface="Arial"/>
              </a:rPr>
              <a:t>sQstcm.</a:t>
            </a:r>
            <a:r>
              <a:rPr dirty="0" sz="14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260">
                <a:solidFill>
                  <a:srgbClr val="D3D3D1"/>
                </a:solidFill>
                <a:latin typeface="Arial"/>
                <a:cs typeface="Arial"/>
              </a:rPr>
              <a:t>BQ</a:t>
            </a:r>
            <a:r>
              <a:rPr dirty="0" sz="140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35">
                <a:solidFill>
                  <a:srgbClr val="D3D3D1"/>
                </a:solidFill>
                <a:latin typeface="Arial"/>
                <a:cs typeface="Arial"/>
              </a:rPr>
              <a:t>combi⭲i⭲g</a:t>
            </a:r>
            <a:r>
              <a:rPr dirty="0" sz="14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D3D3D1"/>
                </a:solidFill>
                <a:latin typeface="Arial"/>
                <a:cs typeface="Arial"/>
              </a:rPr>
              <a:t>tkc</a:t>
            </a:r>
            <a:r>
              <a:rPr dirty="0" sz="14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powcí</a:t>
            </a:r>
            <a:r>
              <a:rPr dirty="0" sz="140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or</a:t>
            </a:r>
            <a:r>
              <a:rPr dirty="0" sz="14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D3D3D1"/>
                </a:solidFill>
                <a:latin typeface="Arial"/>
                <a:cs typeface="Arial"/>
              </a:rPr>
              <a:t>Co⭲:ol"tio⭲al</a:t>
            </a:r>
            <a:r>
              <a:rPr dirty="0" sz="14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D3D3D1"/>
                </a:solidFill>
                <a:latin typeface="Arial"/>
                <a:cs typeface="Arial"/>
              </a:rPr>
              <a:t>Nc"íal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Nctwoíks</a:t>
            </a:r>
            <a:r>
              <a:rPr dirty="0" sz="140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4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ícal-timc</a:t>
            </a:r>
            <a:r>
              <a:rPr dirty="0" sz="14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imagc</a:t>
            </a:r>
            <a:r>
              <a:rPr dirty="0" sz="14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D3D3D1"/>
                </a:solidFill>
                <a:latin typeface="Arial"/>
                <a:cs typeface="Arial"/>
              </a:rPr>
              <a:t>píoccssi⭲g,</a:t>
            </a:r>
            <a:r>
              <a:rPr dirty="0" sz="140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D3D3D1"/>
                </a:solidFill>
                <a:latin typeface="Arial"/>
                <a:cs typeface="Arial"/>
              </a:rPr>
              <a:t>wc':c</a:t>
            </a:r>
            <a:r>
              <a:rPr dirty="0" sz="14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D3D3D1"/>
                </a:solidFill>
                <a:latin typeface="Arial"/>
                <a:cs typeface="Arial"/>
              </a:rPr>
              <a:t>dc:clopcd</a:t>
            </a:r>
            <a:r>
              <a:rPr dirty="0" sz="14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a</a:t>
            </a:r>
            <a:r>
              <a:rPr dirty="0" sz="140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D3D3D1"/>
                </a:solidFill>
                <a:latin typeface="Arial"/>
                <a:cs typeface="Arial"/>
              </a:rPr>
              <a:t>íob"st</a:t>
            </a:r>
            <a:r>
              <a:rPr dirty="0" sz="14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classiricí</a:t>
            </a:r>
            <a:r>
              <a:rPr dirty="0" sz="140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capablc</a:t>
            </a:r>
            <a:r>
              <a:rPr dirty="0" sz="14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D3D3D1"/>
                </a:solidFill>
                <a:latin typeface="Arial"/>
                <a:cs typeface="Arial"/>
              </a:rPr>
              <a:t>or </a:t>
            </a:r>
            <a:r>
              <a:rPr dirty="0" sz="1400" spc="-50">
                <a:solidFill>
                  <a:srgbClr val="D3D3D1"/>
                </a:solidFill>
                <a:latin typeface="Arial"/>
                <a:cs typeface="Arial"/>
              </a:rPr>
              <a:t>disti⭲g"iski⭲g</a:t>
            </a:r>
            <a:r>
              <a:rPr dirty="0" sz="14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D3D3D1"/>
                </a:solidFill>
                <a:latin typeface="Arial"/>
                <a:cs typeface="Arial"/>
              </a:rPr>
              <a:t>bctwcc⭲</a:t>
            </a:r>
            <a:r>
              <a:rPr dirty="0" sz="14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maskcd</a:t>
            </a:r>
            <a:r>
              <a:rPr dirty="0" sz="14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4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D3D3D1"/>
                </a:solidFill>
                <a:latin typeface="Arial"/>
                <a:cs typeface="Arial"/>
              </a:rPr>
              <a:t>"⭲maskcd</a:t>
            </a:r>
            <a:r>
              <a:rPr dirty="0" sz="14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raccs</a:t>
            </a:r>
            <a:r>
              <a:rPr dirty="0" sz="14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4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kigk</a:t>
            </a:r>
            <a:r>
              <a:rPr dirty="0" sz="14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acc"íacQ.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2480" y="2795016"/>
            <a:ext cx="3691254" cy="2600325"/>
            <a:chOff x="792480" y="2795016"/>
            <a:chExt cx="3691254" cy="2600325"/>
          </a:xfrm>
        </p:grpSpPr>
        <p:sp>
          <p:nvSpPr>
            <p:cNvPr id="6" name="object 6"/>
            <p:cNvSpPr/>
            <p:nvPr/>
          </p:nvSpPr>
          <p:spPr>
            <a:xfrm>
              <a:off x="792480" y="2795016"/>
              <a:ext cx="3691254" cy="2600325"/>
            </a:xfrm>
            <a:custGeom>
              <a:avLst/>
              <a:gdLst/>
              <a:ahLst/>
              <a:cxnLst/>
              <a:rect l="l" t="t" r="r" b="b"/>
              <a:pathLst>
                <a:path w="3691254" h="2600325">
                  <a:moveTo>
                    <a:pt x="3664331" y="0"/>
                  </a:moveTo>
                  <a:lnTo>
                    <a:pt x="26784" y="0"/>
                  </a:lnTo>
                  <a:lnTo>
                    <a:pt x="16357" y="2097"/>
                  </a:lnTo>
                  <a:lnTo>
                    <a:pt x="7843" y="7826"/>
                  </a:lnTo>
                  <a:lnTo>
                    <a:pt x="2104" y="16341"/>
                  </a:lnTo>
                  <a:lnTo>
                    <a:pt x="0" y="26797"/>
                  </a:lnTo>
                  <a:lnTo>
                    <a:pt x="0" y="2573147"/>
                  </a:lnTo>
                  <a:lnTo>
                    <a:pt x="2104" y="2583602"/>
                  </a:lnTo>
                  <a:lnTo>
                    <a:pt x="7843" y="2592117"/>
                  </a:lnTo>
                  <a:lnTo>
                    <a:pt x="16357" y="2597846"/>
                  </a:lnTo>
                  <a:lnTo>
                    <a:pt x="26784" y="2599944"/>
                  </a:lnTo>
                  <a:lnTo>
                    <a:pt x="3664331" y="2599944"/>
                  </a:lnTo>
                  <a:lnTo>
                    <a:pt x="3674786" y="2597846"/>
                  </a:lnTo>
                  <a:lnTo>
                    <a:pt x="3683301" y="2592117"/>
                  </a:lnTo>
                  <a:lnTo>
                    <a:pt x="3689030" y="2583602"/>
                  </a:lnTo>
                  <a:lnTo>
                    <a:pt x="3691128" y="2573147"/>
                  </a:lnTo>
                  <a:lnTo>
                    <a:pt x="3691128" y="26797"/>
                  </a:lnTo>
                  <a:lnTo>
                    <a:pt x="3689030" y="16341"/>
                  </a:lnTo>
                  <a:lnTo>
                    <a:pt x="3683301" y="7826"/>
                  </a:lnTo>
                  <a:lnTo>
                    <a:pt x="3674786" y="2097"/>
                  </a:lnTo>
                  <a:lnTo>
                    <a:pt x="3664331" y="0"/>
                  </a:lnTo>
                  <a:close/>
                </a:path>
              </a:pathLst>
            </a:custGeom>
            <a:solidFill>
              <a:srgbClr val="474A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72312" y="2974848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11" y="4323"/>
                  </a:lnTo>
                  <a:lnTo>
                    <a:pt x="174633" y="16786"/>
                  </a:lnTo>
                  <a:lnTo>
                    <a:pt x="132847" y="36632"/>
                  </a:lnTo>
                  <a:lnTo>
                    <a:pt x="95412" y="63100"/>
                  </a:lnTo>
                  <a:lnTo>
                    <a:pt x="63083" y="95432"/>
                  </a:lnTo>
                  <a:lnTo>
                    <a:pt x="36621" y="132870"/>
                  </a:lnTo>
                  <a:lnTo>
                    <a:pt x="16781" y="174653"/>
                  </a:lnTo>
                  <a:lnTo>
                    <a:pt x="4321" y="220024"/>
                  </a:lnTo>
                  <a:lnTo>
                    <a:pt x="0" y="268224"/>
                  </a:lnTo>
                  <a:lnTo>
                    <a:pt x="4321" y="316423"/>
                  </a:lnTo>
                  <a:lnTo>
                    <a:pt x="16781" y="361794"/>
                  </a:lnTo>
                  <a:lnTo>
                    <a:pt x="36621" y="403577"/>
                  </a:lnTo>
                  <a:lnTo>
                    <a:pt x="63083" y="441015"/>
                  </a:lnTo>
                  <a:lnTo>
                    <a:pt x="95412" y="473347"/>
                  </a:lnTo>
                  <a:lnTo>
                    <a:pt x="132847" y="499815"/>
                  </a:lnTo>
                  <a:lnTo>
                    <a:pt x="174633" y="519661"/>
                  </a:lnTo>
                  <a:lnTo>
                    <a:pt x="220011" y="532124"/>
                  </a:lnTo>
                  <a:lnTo>
                    <a:pt x="268224" y="536448"/>
                  </a:lnTo>
                  <a:lnTo>
                    <a:pt x="316423" y="532124"/>
                  </a:lnTo>
                  <a:lnTo>
                    <a:pt x="361794" y="519661"/>
                  </a:lnTo>
                  <a:lnTo>
                    <a:pt x="403577" y="499815"/>
                  </a:lnTo>
                  <a:lnTo>
                    <a:pt x="441015" y="473347"/>
                  </a:lnTo>
                  <a:lnTo>
                    <a:pt x="473347" y="441015"/>
                  </a:lnTo>
                  <a:lnTo>
                    <a:pt x="499815" y="403577"/>
                  </a:lnTo>
                  <a:lnTo>
                    <a:pt x="519661" y="361794"/>
                  </a:lnTo>
                  <a:lnTo>
                    <a:pt x="532124" y="316423"/>
                  </a:lnTo>
                  <a:lnTo>
                    <a:pt x="536447" y="268224"/>
                  </a:lnTo>
                  <a:lnTo>
                    <a:pt x="532124" y="220024"/>
                  </a:lnTo>
                  <a:lnTo>
                    <a:pt x="519661" y="174653"/>
                  </a:lnTo>
                  <a:lnTo>
                    <a:pt x="499815" y="132870"/>
                  </a:lnTo>
                  <a:lnTo>
                    <a:pt x="473347" y="95432"/>
                  </a:lnTo>
                  <a:lnTo>
                    <a:pt x="441015" y="63100"/>
                  </a:lnTo>
                  <a:lnTo>
                    <a:pt x="403577" y="36632"/>
                  </a:lnTo>
                  <a:lnTo>
                    <a:pt x="361794" y="16786"/>
                  </a:lnTo>
                  <a:lnTo>
                    <a:pt x="316423" y="4323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FFBB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8616" y="3121152"/>
              <a:ext cx="240791" cy="2407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59916" y="3664966"/>
            <a:ext cx="3332479" cy="1553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105">
                <a:solidFill>
                  <a:srgbClr val="D3D3D1"/>
                </a:solidFill>
                <a:latin typeface="Calibri"/>
                <a:cs typeface="Calibri"/>
              </a:rPr>
              <a:t>Deep</a:t>
            </a:r>
            <a:r>
              <a:rPr dirty="0" sz="17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50" spc="90">
                <a:solidFill>
                  <a:srgbClr val="D3D3D1"/>
                </a:solidFill>
                <a:latin typeface="Calibri"/>
                <a:cs typeface="Calibri"/>
              </a:rPr>
              <a:t>Learning</a:t>
            </a:r>
            <a:r>
              <a:rPr dirty="0" sz="1750" spc="4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50" spc="75">
                <a:solidFill>
                  <a:srgbClr val="D3D3D1"/>
                </a:solidFill>
                <a:latin typeface="Calibri"/>
                <a:cs typeface="Calibri"/>
              </a:rPr>
              <a:t>Architecture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36700"/>
              </a:lnSpc>
              <a:spcBef>
                <a:spcPts val="745"/>
              </a:spcBef>
            </a:pPr>
            <a:r>
              <a:rPr dirty="0" sz="1400" spc="50">
                <a:solidFill>
                  <a:srgbClr val="D3D3D1"/>
                </a:solidFill>
                <a:latin typeface="Arial"/>
                <a:cs typeface="Arial"/>
              </a:rPr>
              <a:t>C"stom</a:t>
            </a:r>
            <a:r>
              <a:rPr dirty="0" sz="14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D3D3D1"/>
                </a:solidFill>
                <a:latin typeface="Arial"/>
                <a:cs typeface="Arial"/>
              </a:rPr>
              <a:t>CNN</a:t>
            </a:r>
            <a:r>
              <a:rPr dirty="0" sz="14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4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D3D3D1"/>
                </a:solidFill>
                <a:latin typeface="Arial"/>
                <a:cs typeface="Arial"/>
              </a:rPr>
              <a:t>b"ilt</a:t>
            </a:r>
            <a:r>
              <a:rPr dirty="0" sz="14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4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ľc⭲soíIlow </a:t>
            </a:r>
            <a:r>
              <a:rPr dirty="0" sz="140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4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Kcías,</a:t>
            </a:r>
            <a:r>
              <a:rPr dirty="0" sz="14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optimizcd</a:t>
            </a:r>
            <a:r>
              <a:rPr dirty="0" sz="14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4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bi⭲aíQ </a:t>
            </a:r>
            <a:r>
              <a:rPr dirty="0" sz="1400" spc="-35">
                <a:solidFill>
                  <a:srgbClr val="D3D3D1"/>
                </a:solidFill>
                <a:latin typeface="Arial"/>
                <a:cs typeface="Arial"/>
              </a:rPr>
              <a:t>classiricatio⭲</a:t>
            </a:r>
            <a:r>
              <a:rPr dirty="0" sz="140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tasks</a:t>
            </a:r>
            <a:r>
              <a:rPr dirty="0" sz="14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4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D3D3D1"/>
                </a:solidFill>
                <a:latin typeface="Arial"/>
                <a:cs typeface="Arial"/>
              </a:rPr>
              <a:t>crricic⭲t</a:t>
            </a:r>
            <a:r>
              <a:rPr dirty="0" sz="14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D3D3D1"/>
                </a:solidFill>
                <a:latin typeface="Arial"/>
                <a:cs typeface="Arial"/>
              </a:rPr>
              <a:t>rcat"íc </a:t>
            </a:r>
            <a:r>
              <a:rPr dirty="0" sz="1400" spc="-40">
                <a:solidFill>
                  <a:srgbClr val="D3D3D1"/>
                </a:solidFill>
                <a:latin typeface="Arial"/>
                <a:cs typeface="Arial"/>
              </a:rPr>
              <a:t>cxtíactio⭲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laQcís.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60391" y="2795016"/>
            <a:ext cx="3691254" cy="2600325"/>
            <a:chOff x="4660391" y="2795016"/>
            <a:chExt cx="3691254" cy="2600325"/>
          </a:xfrm>
        </p:grpSpPr>
        <p:sp>
          <p:nvSpPr>
            <p:cNvPr id="11" name="object 11"/>
            <p:cNvSpPr/>
            <p:nvPr/>
          </p:nvSpPr>
          <p:spPr>
            <a:xfrm>
              <a:off x="4660391" y="2795016"/>
              <a:ext cx="3691254" cy="2600325"/>
            </a:xfrm>
            <a:custGeom>
              <a:avLst/>
              <a:gdLst/>
              <a:ahLst/>
              <a:cxnLst/>
              <a:rect l="l" t="t" r="r" b="b"/>
              <a:pathLst>
                <a:path w="3691254" h="2600325">
                  <a:moveTo>
                    <a:pt x="3664331" y="0"/>
                  </a:moveTo>
                  <a:lnTo>
                    <a:pt x="26797" y="0"/>
                  </a:lnTo>
                  <a:lnTo>
                    <a:pt x="16341" y="2097"/>
                  </a:lnTo>
                  <a:lnTo>
                    <a:pt x="7826" y="7826"/>
                  </a:lnTo>
                  <a:lnTo>
                    <a:pt x="2097" y="16341"/>
                  </a:lnTo>
                  <a:lnTo>
                    <a:pt x="0" y="26797"/>
                  </a:lnTo>
                  <a:lnTo>
                    <a:pt x="0" y="2573147"/>
                  </a:lnTo>
                  <a:lnTo>
                    <a:pt x="2097" y="2583602"/>
                  </a:lnTo>
                  <a:lnTo>
                    <a:pt x="7826" y="2592117"/>
                  </a:lnTo>
                  <a:lnTo>
                    <a:pt x="16341" y="2597846"/>
                  </a:lnTo>
                  <a:lnTo>
                    <a:pt x="26797" y="2599944"/>
                  </a:lnTo>
                  <a:lnTo>
                    <a:pt x="3664331" y="2599944"/>
                  </a:lnTo>
                  <a:lnTo>
                    <a:pt x="3674786" y="2597846"/>
                  </a:lnTo>
                  <a:lnTo>
                    <a:pt x="3683301" y="2592117"/>
                  </a:lnTo>
                  <a:lnTo>
                    <a:pt x="3689030" y="2583602"/>
                  </a:lnTo>
                  <a:lnTo>
                    <a:pt x="3691128" y="2573147"/>
                  </a:lnTo>
                  <a:lnTo>
                    <a:pt x="3691128" y="26797"/>
                  </a:lnTo>
                  <a:lnTo>
                    <a:pt x="3689030" y="16341"/>
                  </a:lnTo>
                  <a:lnTo>
                    <a:pt x="3683301" y="7826"/>
                  </a:lnTo>
                  <a:lnTo>
                    <a:pt x="3674786" y="2097"/>
                  </a:lnTo>
                  <a:lnTo>
                    <a:pt x="3664331" y="0"/>
                  </a:lnTo>
                  <a:close/>
                </a:path>
              </a:pathLst>
            </a:custGeom>
            <a:solidFill>
              <a:srgbClr val="474A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840223" y="2974848"/>
              <a:ext cx="536575" cy="536575"/>
            </a:xfrm>
            <a:custGeom>
              <a:avLst/>
              <a:gdLst/>
              <a:ahLst/>
              <a:cxnLst/>
              <a:rect l="l" t="t" r="r" b="b"/>
              <a:pathLst>
                <a:path w="536575" h="536575">
                  <a:moveTo>
                    <a:pt x="268224" y="0"/>
                  </a:moveTo>
                  <a:lnTo>
                    <a:pt x="220024" y="4323"/>
                  </a:lnTo>
                  <a:lnTo>
                    <a:pt x="174653" y="16786"/>
                  </a:lnTo>
                  <a:lnTo>
                    <a:pt x="132870" y="36632"/>
                  </a:lnTo>
                  <a:lnTo>
                    <a:pt x="95432" y="63100"/>
                  </a:lnTo>
                  <a:lnTo>
                    <a:pt x="63100" y="95432"/>
                  </a:lnTo>
                  <a:lnTo>
                    <a:pt x="36632" y="132870"/>
                  </a:lnTo>
                  <a:lnTo>
                    <a:pt x="16786" y="174653"/>
                  </a:lnTo>
                  <a:lnTo>
                    <a:pt x="4323" y="220024"/>
                  </a:lnTo>
                  <a:lnTo>
                    <a:pt x="0" y="268224"/>
                  </a:lnTo>
                  <a:lnTo>
                    <a:pt x="4323" y="316423"/>
                  </a:lnTo>
                  <a:lnTo>
                    <a:pt x="16786" y="361794"/>
                  </a:lnTo>
                  <a:lnTo>
                    <a:pt x="36632" y="403577"/>
                  </a:lnTo>
                  <a:lnTo>
                    <a:pt x="63100" y="441015"/>
                  </a:lnTo>
                  <a:lnTo>
                    <a:pt x="95432" y="473347"/>
                  </a:lnTo>
                  <a:lnTo>
                    <a:pt x="132870" y="499815"/>
                  </a:lnTo>
                  <a:lnTo>
                    <a:pt x="174653" y="519661"/>
                  </a:lnTo>
                  <a:lnTo>
                    <a:pt x="220024" y="532124"/>
                  </a:lnTo>
                  <a:lnTo>
                    <a:pt x="268224" y="536448"/>
                  </a:lnTo>
                  <a:lnTo>
                    <a:pt x="316423" y="532124"/>
                  </a:lnTo>
                  <a:lnTo>
                    <a:pt x="361794" y="519661"/>
                  </a:lnTo>
                  <a:lnTo>
                    <a:pt x="403577" y="499815"/>
                  </a:lnTo>
                  <a:lnTo>
                    <a:pt x="441015" y="473347"/>
                  </a:lnTo>
                  <a:lnTo>
                    <a:pt x="473347" y="441015"/>
                  </a:lnTo>
                  <a:lnTo>
                    <a:pt x="499815" y="403577"/>
                  </a:lnTo>
                  <a:lnTo>
                    <a:pt x="519661" y="361794"/>
                  </a:lnTo>
                  <a:lnTo>
                    <a:pt x="532124" y="316423"/>
                  </a:lnTo>
                  <a:lnTo>
                    <a:pt x="536448" y="268224"/>
                  </a:lnTo>
                  <a:lnTo>
                    <a:pt x="532124" y="220024"/>
                  </a:lnTo>
                  <a:lnTo>
                    <a:pt x="519661" y="174653"/>
                  </a:lnTo>
                  <a:lnTo>
                    <a:pt x="499815" y="132870"/>
                  </a:lnTo>
                  <a:lnTo>
                    <a:pt x="473347" y="95432"/>
                  </a:lnTo>
                  <a:lnTo>
                    <a:pt x="441015" y="63100"/>
                  </a:lnTo>
                  <a:lnTo>
                    <a:pt x="403577" y="36632"/>
                  </a:lnTo>
                  <a:lnTo>
                    <a:pt x="361794" y="16786"/>
                  </a:lnTo>
                  <a:lnTo>
                    <a:pt x="316423" y="4323"/>
                  </a:lnTo>
                  <a:lnTo>
                    <a:pt x="268224" y="0"/>
                  </a:lnTo>
                  <a:close/>
                </a:path>
              </a:pathLst>
            </a:custGeom>
            <a:solidFill>
              <a:srgbClr val="FFBB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6527" y="3121152"/>
              <a:ext cx="240791" cy="24079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828159" y="3664966"/>
            <a:ext cx="2964180" cy="1553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90">
                <a:solidFill>
                  <a:srgbClr val="D3D3D1"/>
                </a:solidFill>
                <a:latin typeface="Calibri"/>
                <a:cs typeface="Calibri"/>
              </a:rPr>
              <a:t>Computer</a:t>
            </a:r>
            <a:r>
              <a:rPr dirty="0" sz="1750" spc="2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50" spc="85">
                <a:solidFill>
                  <a:srgbClr val="D3D3D1"/>
                </a:solidFill>
                <a:latin typeface="Calibri"/>
                <a:cs typeface="Calibri"/>
              </a:rPr>
              <a:t>Vision</a:t>
            </a:r>
            <a:r>
              <a:rPr dirty="0" sz="1750" spc="3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50" spc="85">
                <a:solidFill>
                  <a:srgbClr val="D3D3D1"/>
                </a:solidFill>
                <a:latin typeface="Calibri"/>
                <a:cs typeface="Calibri"/>
              </a:rPr>
              <a:t>Integration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36700"/>
              </a:lnSpc>
              <a:spcBef>
                <a:spcPts val="745"/>
              </a:spcBef>
            </a:pPr>
            <a:r>
              <a:rPr dirty="0" sz="1400" spc="-45">
                <a:solidFill>
                  <a:srgbClr val="D3D3D1"/>
                </a:solidFill>
                <a:latin typeface="Arial"/>
                <a:cs typeface="Arial"/>
              </a:rPr>
              <a:t>Rcal-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timc racc</a:t>
            </a:r>
            <a:r>
              <a:rPr dirty="0" sz="14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4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4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D3D3D1"/>
                </a:solidFill>
                <a:latin typeface="Arial"/>
                <a:cs typeface="Arial"/>
              </a:rPr>
              <a:t>tíacki⭲g </a:t>
            </a:r>
            <a:r>
              <a:rPr dirty="0" sz="1400" spc="-70">
                <a:solidFill>
                  <a:srgbClr val="D3D3D1"/>
                </a:solidFill>
                <a:latin typeface="Arial"/>
                <a:cs typeface="Arial"/>
              </a:rPr>
              <a:t>"si⭲g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55">
                <a:solidFill>
                  <a:srgbClr val="D3D3D1"/>
                </a:solidFill>
                <a:latin typeface="Arial"/>
                <a:cs typeface="Arial"/>
              </a:rPr>
              <a:t>Opc⭲CV,</a:t>
            </a:r>
            <a:r>
              <a:rPr dirty="0" sz="140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50">
                <a:solidFill>
                  <a:srgbClr val="D3D3D1"/>
                </a:solidFill>
                <a:latin typeface="Arial"/>
                <a:cs typeface="Arial"/>
              </a:rPr>
              <a:t>c⭲abli⭲g</a:t>
            </a:r>
            <a:r>
              <a:rPr dirty="0" sz="14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scamlcss </a:t>
            </a:r>
            <a:r>
              <a:rPr dirty="0" sz="1400" spc="-95">
                <a:solidFill>
                  <a:srgbClr val="D3D3D1"/>
                </a:solidFill>
                <a:latin typeface="Arial"/>
                <a:cs typeface="Arial"/>
              </a:rPr>
              <a:t>i⭲tcgíatio⭲</a:t>
            </a:r>
            <a:r>
              <a:rPr dirty="0" sz="14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4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D3D3D1"/>
                </a:solidFill>
                <a:latin typeface="Arial"/>
                <a:cs typeface="Arial"/>
              </a:rPr>
              <a:t>cxisti⭲g</a:t>
            </a:r>
            <a:r>
              <a:rPr dirty="0" sz="14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camcía i⭲ríastí"ct"íc.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2480" y="5574791"/>
            <a:ext cx="7559040" cy="2030095"/>
            <a:chOff x="792480" y="5574791"/>
            <a:chExt cx="7559040" cy="2030095"/>
          </a:xfrm>
        </p:grpSpPr>
        <p:sp>
          <p:nvSpPr>
            <p:cNvPr id="16" name="object 16"/>
            <p:cNvSpPr/>
            <p:nvPr/>
          </p:nvSpPr>
          <p:spPr>
            <a:xfrm>
              <a:off x="792480" y="5574791"/>
              <a:ext cx="7559040" cy="2030095"/>
            </a:xfrm>
            <a:custGeom>
              <a:avLst/>
              <a:gdLst/>
              <a:ahLst/>
              <a:cxnLst/>
              <a:rect l="l" t="t" r="r" b="b"/>
              <a:pathLst>
                <a:path w="7559040" h="2030095">
                  <a:moveTo>
                    <a:pt x="7532243" y="0"/>
                  </a:moveTo>
                  <a:lnTo>
                    <a:pt x="26797" y="0"/>
                  </a:lnTo>
                  <a:lnTo>
                    <a:pt x="16368" y="2097"/>
                  </a:lnTo>
                  <a:lnTo>
                    <a:pt x="7850" y="7826"/>
                  </a:lnTo>
                  <a:lnTo>
                    <a:pt x="2106" y="16341"/>
                  </a:lnTo>
                  <a:lnTo>
                    <a:pt x="0" y="26796"/>
                  </a:lnTo>
                  <a:lnTo>
                    <a:pt x="0" y="2003170"/>
                  </a:lnTo>
                  <a:lnTo>
                    <a:pt x="2106" y="2013599"/>
                  </a:lnTo>
                  <a:lnTo>
                    <a:pt x="7850" y="2022117"/>
                  </a:lnTo>
                  <a:lnTo>
                    <a:pt x="16368" y="2027861"/>
                  </a:lnTo>
                  <a:lnTo>
                    <a:pt x="26797" y="2029967"/>
                  </a:lnTo>
                  <a:lnTo>
                    <a:pt x="7532243" y="2029967"/>
                  </a:lnTo>
                  <a:lnTo>
                    <a:pt x="7542698" y="2027861"/>
                  </a:lnTo>
                  <a:lnTo>
                    <a:pt x="7551213" y="2022117"/>
                  </a:lnTo>
                  <a:lnTo>
                    <a:pt x="7556942" y="2013599"/>
                  </a:lnTo>
                  <a:lnTo>
                    <a:pt x="7559040" y="2003170"/>
                  </a:lnTo>
                  <a:lnTo>
                    <a:pt x="7559040" y="26796"/>
                  </a:lnTo>
                  <a:lnTo>
                    <a:pt x="7556942" y="16341"/>
                  </a:lnTo>
                  <a:lnTo>
                    <a:pt x="7551213" y="7826"/>
                  </a:lnTo>
                  <a:lnTo>
                    <a:pt x="7542698" y="2097"/>
                  </a:lnTo>
                  <a:lnTo>
                    <a:pt x="7532243" y="0"/>
                  </a:lnTo>
                  <a:close/>
                </a:path>
              </a:pathLst>
            </a:custGeom>
            <a:solidFill>
              <a:srgbClr val="474A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72312" y="5754623"/>
              <a:ext cx="536575" cy="533400"/>
            </a:xfrm>
            <a:custGeom>
              <a:avLst/>
              <a:gdLst/>
              <a:ahLst/>
              <a:cxnLst/>
              <a:rect l="l" t="t" r="r" b="b"/>
              <a:pathLst>
                <a:path w="536575" h="533400">
                  <a:moveTo>
                    <a:pt x="269747" y="0"/>
                  </a:moveTo>
                  <a:lnTo>
                    <a:pt x="266700" y="0"/>
                  </a:lnTo>
                  <a:lnTo>
                    <a:pt x="218760" y="4296"/>
                  </a:lnTo>
                  <a:lnTo>
                    <a:pt x="173639" y="16682"/>
                  </a:lnTo>
                  <a:lnTo>
                    <a:pt x="132091" y="36406"/>
                  </a:lnTo>
                  <a:lnTo>
                    <a:pt x="94868" y="62716"/>
                  </a:lnTo>
                  <a:lnTo>
                    <a:pt x="62724" y="94858"/>
                  </a:lnTo>
                  <a:lnTo>
                    <a:pt x="36412" y="132080"/>
                  </a:lnTo>
                  <a:lnTo>
                    <a:pt x="16685" y="173629"/>
                  </a:lnTo>
                  <a:lnTo>
                    <a:pt x="4296" y="218753"/>
                  </a:lnTo>
                  <a:lnTo>
                    <a:pt x="0" y="266700"/>
                  </a:lnTo>
                  <a:lnTo>
                    <a:pt x="4296" y="314646"/>
                  </a:lnTo>
                  <a:lnTo>
                    <a:pt x="16685" y="359770"/>
                  </a:lnTo>
                  <a:lnTo>
                    <a:pt x="36412" y="401319"/>
                  </a:lnTo>
                  <a:lnTo>
                    <a:pt x="62724" y="438541"/>
                  </a:lnTo>
                  <a:lnTo>
                    <a:pt x="94868" y="470683"/>
                  </a:lnTo>
                  <a:lnTo>
                    <a:pt x="132091" y="496993"/>
                  </a:lnTo>
                  <a:lnTo>
                    <a:pt x="173639" y="516717"/>
                  </a:lnTo>
                  <a:lnTo>
                    <a:pt x="218760" y="529103"/>
                  </a:lnTo>
                  <a:lnTo>
                    <a:pt x="266700" y="533400"/>
                  </a:lnTo>
                  <a:lnTo>
                    <a:pt x="269747" y="533400"/>
                  </a:lnTo>
                  <a:lnTo>
                    <a:pt x="317694" y="529103"/>
                  </a:lnTo>
                  <a:lnTo>
                    <a:pt x="362818" y="516717"/>
                  </a:lnTo>
                  <a:lnTo>
                    <a:pt x="404368" y="496993"/>
                  </a:lnTo>
                  <a:lnTo>
                    <a:pt x="441589" y="470683"/>
                  </a:lnTo>
                  <a:lnTo>
                    <a:pt x="473731" y="438541"/>
                  </a:lnTo>
                  <a:lnTo>
                    <a:pt x="500041" y="401319"/>
                  </a:lnTo>
                  <a:lnTo>
                    <a:pt x="519765" y="359770"/>
                  </a:lnTo>
                  <a:lnTo>
                    <a:pt x="532151" y="314646"/>
                  </a:lnTo>
                  <a:lnTo>
                    <a:pt x="536447" y="266700"/>
                  </a:lnTo>
                  <a:lnTo>
                    <a:pt x="532151" y="218753"/>
                  </a:lnTo>
                  <a:lnTo>
                    <a:pt x="519765" y="173629"/>
                  </a:lnTo>
                  <a:lnTo>
                    <a:pt x="500041" y="132080"/>
                  </a:lnTo>
                  <a:lnTo>
                    <a:pt x="473731" y="94858"/>
                  </a:lnTo>
                  <a:lnTo>
                    <a:pt x="441589" y="62716"/>
                  </a:lnTo>
                  <a:lnTo>
                    <a:pt x="404368" y="36406"/>
                  </a:lnTo>
                  <a:lnTo>
                    <a:pt x="362818" y="16682"/>
                  </a:lnTo>
                  <a:lnTo>
                    <a:pt x="317694" y="4296"/>
                  </a:lnTo>
                  <a:lnTo>
                    <a:pt x="269747" y="0"/>
                  </a:lnTo>
                  <a:close/>
                </a:path>
              </a:pathLst>
            </a:custGeom>
            <a:solidFill>
              <a:srgbClr val="FFBB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8616" y="5900927"/>
              <a:ext cx="240791" cy="24079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59916" y="6445377"/>
            <a:ext cx="6493510" cy="97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100">
                <a:solidFill>
                  <a:srgbClr val="D3D3D1"/>
                </a:solidFill>
                <a:latin typeface="Calibri"/>
                <a:cs typeface="Calibri"/>
              </a:rPr>
              <a:t>High</a:t>
            </a:r>
            <a:r>
              <a:rPr dirty="0" sz="17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50" spc="114">
                <a:solidFill>
                  <a:srgbClr val="D3D3D1"/>
                </a:solidFill>
                <a:latin typeface="Calibri"/>
                <a:cs typeface="Calibri"/>
              </a:rPr>
              <a:t>Accuracy</a:t>
            </a:r>
            <a:r>
              <a:rPr dirty="0" sz="17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50" spc="90">
                <a:solidFill>
                  <a:srgbClr val="D3D3D1"/>
                </a:solidFill>
                <a:latin typeface="Calibri"/>
                <a:cs typeface="Calibri"/>
              </a:rPr>
              <a:t>Classification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37100"/>
              </a:lnSpc>
              <a:spcBef>
                <a:spcPts val="740"/>
              </a:spcBef>
            </a:pP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ľíai⭲cd</a:t>
            </a:r>
            <a:r>
              <a:rPr dirty="0" sz="14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320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4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D3D3D1"/>
                </a:solidFill>
                <a:latin typeface="Arial"/>
                <a:cs typeface="Arial"/>
              </a:rPr>
              <a:t>di:císc</a:t>
            </a:r>
            <a:r>
              <a:rPr dirty="0" sz="14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datascts</a:t>
            </a:r>
            <a:r>
              <a:rPr dirty="0" sz="14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4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D3D3D1"/>
                </a:solidFill>
                <a:latin typeface="Arial"/>
                <a:cs typeface="Arial"/>
              </a:rPr>
              <a:t>c⭲s"íc</a:t>
            </a:r>
            <a:r>
              <a:rPr dirty="0" sz="14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ícliablc</a:t>
            </a:r>
            <a:r>
              <a:rPr dirty="0" sz="140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D3D3D1"/>
                </a:solidFill>
                <a:latin typeface="Arial"/>
                <a:cs typeface="Arial"/>
              </a:rPr>
              <a:t>pcíroíma⭲cc</a:t>
            </a:r>
            <a:r>
              <a:rPr dirty="0" sz="14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14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10">
                <a:solidFill>
                  <a:srgbClr val="D3D3D1"/>
                </a:solidFill>
                <a:latin typeface="Arial"/>
                <a:cs typeface="Arial"/>
              </a:rPr>
              <a:t>:aíQi⭲g</a:t>
            </a:r>
            <a:r>
              <a:rPr dirty="0" sz="14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ligkti⭲g </a:t>
            </a:r>
            <a:r>
              <a:rPr dirty="0" sz="1400" spc="-120">
                <a:solidFill>
                  <a:srgbClr val="D3D3D1"/>
                </a:solidFill>
                <a:latin typeface="Arial"/>
                <a:cs typeface="Arial"/>
              </a:rPr>
              <a:t>co⭲ditio⭲s,</a:t>
            </a:r>
            <a:r>
              <a:rPr dirty="0" sz="1400" spc="1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10">
                <a:solidFill>
                  <a:srgbClr val="D3D3D1"/>
                </a:solidFill>
                <a:latin typeface="Arial"/>
                <a:cs typeface="Arial"/>
              </a:rPr>
              <a:t>a⭲glcs,</a:t>
            </a:r>
            <a:r>
              <a:rPr dirty="0" sz="1400" spc="8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40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D3D3D1"/>
                </a:solidFill>
                <a:latin typeface="Arial"/>
                <a:cs typeface="Arial"/>
              </a:rPr>
              <a:t>dcmogíapkic</a:t>
            </a:r>
            <a:r>
              <a:rPr dirty="0" sz="140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D3D3D1"/>
                </a:solidFill>
                <a:latin typeface="Arial"/>
                <a:cs typeface="Arial"/>
              </a:rPr>
              <a:t>ractoís.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77216" y="7595616"/>
            <a:ext cx="1786255" cy="567055"/>
            <a:chOff x="12777216" y="7595616"/>
            <a:chExt cx="1786255" cy="567055"/>
          </a:xfrm>
        </p:grpSpPr>
        <p:sp>
          <p:nvSpPr>
            <p:cNvPr id="3" name="object 3"/>
            <p:cNvSpPr/>
            <p:nvPr/>
          </p:nvSpPr>
          <p:spPr>
            <a:xfrm>
              <a:off x="12783312" y="7601712"/>
              <a:ext cx="1758950" cy="497205"/>
            </a:xfrm>
            <a:custGeom>
              <a:avLst/>
              <a:gdLst/>
              <a:ahLst/>
              <a:cxnLst/>
              <a:rect l="l" t="t" r="r" b="b"/>
              <a:pathLst>
                <a:path w="1758950" h="497204">
                  <a:moveTo>
                    <a:pt x="1758696" y="0"/>
                  </a:moveTo>
                  <a:lnTo>
                    <a:pt x="0" y="0"/>
                  </a:lnTo>
                  <a:lnTo>
                    <a:pt x="0" y="496824"/>
                  </a:lnTo>
                  <a:lnTo>
                    <a:pt x="1758696" y="496824"/>
                  </a:lnTo>
                  <a:lnTo>
                    <a:pt x="1758696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783312" y="7601712"/>
              <a:ext cx="1758950" cy="497205"/>
            </a:xfrm>
            <a:custGeom>
              <a:avLst/>
              <a:gdLst/>
              <a:ahLst/>
              <a:cxnLst/>
              <a:rect l="l" t="t" r="r" b="b"/>
              <a:pathLst>
                <a:path w="1758950" h="497204">
                  <a:moveTo>
                    <a:pt x="0" y="496824"/>
                  </a:moveTo>
                  <a:lnTo>
                    <a:pt x="1758696" y="496824"/>
                  </a:lnTo>
                  <a:lnTo>
                    <a:pt x="1758696" y="0"/>
                  </a:lnTo>
                  <a:lnTo>
                    <a:pt x="0" y="0"/>
                  </a:lnTo>
                  <a:lnTo>
                    <a:pt x="0" y="496824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5904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95"/>
              </a:spcBef>
            </a:pPr>
            <a:r>
              <a:rPr dirty="0" sz="3100" spc="229"/>
              <a:t>System</a:t>
            </a:r>
            <a:r>
              <a:rPr dirty="0" sz="3100" spc="60"/>
              <a:t> </a:t>
            </a:r>
            <a:r>
              <a:rPr dirty="0" sz="3100" spc="160"/>
              <a:t>Architecture</a:t>
            </a:r>
            <a:r>
              <a:rPr dirty="0" sz="3100" spc="105"/>
              <a:t> </a:t>
            </a:r>
            <a:r>
              <a:rPr dirty="0" sz="3100" spc="60"/>
              <a:t>&amp;</a:t>
            </a:r>
            <a:r>
              <a:rPr dirty="0" sz="3100" spc="40"/>
              <a:t> </a:t>
            </a:r>
            <a:r>
              <a:rPr dirty="0" sz="3100" spc="140"/>
              <a:t>Workflow</a:t>
            </a:r>
            <a:endParaRPr sz="31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1880616"/>
            <a:ext cx="795527" cy="5715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1304" y="1468882"/>
            <a:ext cx="10853420" cy="5915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65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40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2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55">
                <a:solidFill>
                  <a:srgbClr val="D3D3D1"/>
                </a:solidFill>
                <a:latin typeface="Arial"/>
                <a:cs typeface="Arial"/>
              </a:rPr>
              <a:t>pipcli⭲c</a:t>
            </a:r>
            <a:r>
              <a:rPr dirty="0" sz="12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D3D3D1"/>
                </a:solidFill>
                <a:latin typeface="Arial"/>
                <a:cs typeface="Arial"/>
              </a:rPr>
              <a:t>implcmc⭲ts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a</a:t>
            </a:r>
            <a:r>
              <a:rPr dirty="0" sz="12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D3D3D1"/>
                </a:solidFill>
                <a:latin typeface="Arial"/>
                <a:cs typeface="Arial"/>
              </a:rPr>
              <a:t>stícamli⭲cd</a:t>
            </a:r>
            <a:r>
              <a:rPr dirty="0" sz="12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six-stagc</a:t>
            </a:r>
            <a:r>
              <a:rPr dirty="0" sz="12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píoccss</a:t>
            </a:r>
            <a:r>
              <a:rPr dirty="0" sz="12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tkat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D3D3D1"/>
                </a:solidFill>
                <a:latin typeface="Arial"/>
                <a:cs typeface="Arial"/>
              </a:rPr>
              <a:t>tía⭲sroíms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íaw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camcía</a:t>
            </a:r>
            <a:r>
              <a:rPr dirty="0" sz="12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D3D3D1"/>
                </a:solidFill>
                <a:latin typeface="Arial"/>
                <a:cs typeface="Arial"/>
              </a:rPr>
              <a:t>i⭲p"t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25">
                <a:solidFill>
                  <a:srgbClr val="D3D3D1"/>
                </a:solidFill>
                <a:latin typeface="Arial"/>
                <a:cs typeface="Arial"/>
              </a:rPr>
              <a:t>i⭲to</a:t>
            </a:r>
            <a:r>
              <a:rPr dirty="0" sz="12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55">
                <a:solidFill>
                  <a:srgbClr val="D3D3D1"/>
                </a:solidFill>
                <a:latin typeface="Arial"/>
                <a:cs typeface="Arial"/>
              </a:rPr>
              <a:t>actio⭲ablc</a:t>
            </a:r>
            <a:r>
              <a:rPr dirty="0" sz="12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D3D3D1"/>
                </a:solidFill>
                <a:latin typeface="Arial"/>
                <a:cs typeface="Arial"/>
              </a:rPr>
              <a:t>classiricatio⭲</a:t>
            </a:r>
            <a:r>
              <a:rPr dirty="0" sz="12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D3D3D1"/>
                </a:solidFill>
                <a:latin typeface="Arial"/>
                <a:cs typeface="Arial"/>
              </a:rPr>
              <a:t>ícs"lts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26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2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milliscco⭲ds.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25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5"/>
              </a:spcBef>
            </a:pPr>
            <a:r>
              <a:rPr dirty="0" sz="1550" spc="135">
                <a:solidFill>
                  <a:srgbClr val="D3D3D1"/>
                </a:solidFill>
                <a:latin typeface="Calibri"/>
                <a:cs typeface="Calibri"/>
              </a:rPr>
              <a:t>Image</a:t>
            </a:r>
            <a:r>
              <a:rPr dirty="0" sz="1550" spc="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550" spc="80">
                <a:solidFill>
                  <a:srgbClr val="D3D3D1"/>
                </a:solidFill>
                <a:latin typeface="Calibri"/>
                <a:cs typeface="Calibri"/>
              </a:rPr>
              <a:t>Capture</a:t>
            </a:r>
            <a:endParaRPr sz="1550">
              <a:latin typeface="Calibri"/>
              <a:cs typeface="Calibri"/>
            </a:endParaRPr>
          </a:p>
          <a:p>
            <a:pPr marL="965200">
              <a:lnSpc>
                <a:spcPct val="100000"/>
              </a:lnSpc>
              <a:spcBef>
                <a:spcPts val="1140"/>
              </a:spcBef>
            </a:pPr>
            <a:r>
              <a:rPr dirty="0" sz="1250" spc="-65">
                <a:solidFill>
                  <a:srgbClr val="D3D3D1"/>
                </a:solidFill>
                <a:latin typeface="Arial"/>
                <a:cs typeface="Arial"/>
              </a:rPr>
              <a:t>SQstcm</a:t>
            </a:r>
            <a:r>
              <a:rPr dirty="0" sz="12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D3D3D1"/>
                </a:solidFill>
                <a:latin typeface="Arial"/>
                <a:cs typeface="Arial"/>
              </a:rPr>
              <a:t>capt"ícs</a:t>
            </a:r>
            <a:r>
              <a:rPr dirty="0" sz="12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D3D3D1"/>
                </a:solidFill>
                <a:latin typeface="Arial"/>
                <a:cs typeface="Arial"/>
              </a:rPr>
              <a:t>i⭲p"t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ríom</a:t>
            </a:r>
            <a:r>
              <a:rPr dirty="0" sz="12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camcía</a:t>
            </a:r>
            <a:r>
              <a:rPr dirty="0" sz="12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rccds</a:t>
            </a:r>
            <a:r>
              <a:rPr dirty="0" sz="12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oí</a:t>
            </a:r>
            <a:r>
              <a:rPr dirty="0" sz="12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D3D3D1"/>
                </a:solidFill>
                <a:latin typeface="Arial"/>
                <a:cs typeface="Arial"/>
              </a:rPr>
              <a:t>:idco</a:t>
            </a:r>
            <a:r>
              <a:rPr dirty="0" sz="12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stícams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2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D3D3D1"/>
                </a:solidFill>
                <a:latin typeface="Arial"/>
                <a:cs typeface="Arial"/>
              </a:rPr>
              <a:t>s"ppoít</a:t>
            </a:r>
            <a:r>
              <a:rPr dirty="0" sz="12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2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D3D3D1"/>
                </a:solidFill>
                <a:latin typeface="Arial"/>
                <a:cs typeface="Arial"/>
              </a:rPr>
              <a:t>m"ltiplc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ícsol"tio⭲s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20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2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ríamc</a:t>
            </a:r>
            <a:r>
              <a:rPr dirty="0" sz="12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íatcs.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5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</a:pPr>
            <a:r>
              <a:rPr dirty="0" sz="1550" spc="125">
                <a:solidFill>
                  <a:srgbClr val="D3D3D1"/>
                </a:solidFill>
                <a:latin typeface="Calibri"/>
                <a:cs typeface="Calibri"/>
              </a:rPr>
              <a:t>Face</a:t>
            </a:r>
            <a:r>
              <a:rPr dirty="0" sz="1550" spc="-1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550" spc="65">
                <a:solidFill>
                  <a:srgbClr val="D3D3D1"/>
                </a:solidFill>
                <a:latin typeface="Calibri"/>
                <a:cs typeface="Calibri"/>
              </a:rPr>
              <a:t>Detection</a:t>
            </a:r>
            <a:endParaRPr sz="1550">
              <a:latin typeface="Calibri"/>
              <a:cs typeface="Calibri"/>
            </a:endParaRPr>
          </a:p>
          <a:p>
            <a:pPr marL="965200">
              <a:lnSpc>
                <a:spcPct val="100000"/>
              </a:lnSpc>
              <a:spcBef>
                <a:spcPts val="1145"/>
              </a:spcBef>
            </a:pPr>
            <a:r>
              <a:rPr dirty="0" sz="1250" spc="-105">
                <a:solidFill>
                  <a:srgbClr val="D3D3D1"/>
                </a:solidFill>
                <a:latin typeface="Arial"/>
                <a:cs typeface="Arial"/>
              </a:rPr>
              <a:t>Opc⭲CV's</a:t>
            </a:r>
            <a:r>
              <a:rPr dirty="0" sz="12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Haaí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Cascadc</a:t>
            </a:r>
            <a:r>
              <a:rPr dirty="0" sz="12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classiricí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locatcs</a:t>
            </a:r>
            <a:r>
              <a:rPr dirty="0" sz="12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204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2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isolatcs</a:t>
            </a:r>
            <a:r>
              <a:rPr dirty="0" sz="12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racial</a:t>
            </a:r>
            <a:r>
              <a:rPr dirty="0" sz="12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D3D3D1"/>
                </a:solidFill>
                <a:latin typeface="Arial"/>
                <a:cs typeface="Arial"/>
              </a:rPr>
              <a:t>ícgio⭲s</a:t>
            </a:r>
            <a:r>
              <a:rPr dirty="0" sz="12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D3D3D1"/>
                </a:solidFill>
                <a:latin typeface="Arial"/>
                <a:cs typeface="Arial"/>
              </a:rPr>
              <a:t>witki⭲</a:t>
            </a:r>
            <a:r>
              <a:rPr dirty="0" sz="12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cack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ríamc</a:t>
            </a:r>
            <a:r>
              <a:rPr dirty="0" sz="12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kigk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píccisio⭲.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5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</a:pPr>
            <a:r>
              <a:rPr dirty="0" sz="1550" spc="90">
                <a:solidFill>
                  <a:srgbClr val="D3D3D1"/>
                </a:solidFill>
                <a:latin typeface="Calibri"/>
                <a:cs typeface="Calibri"/>
              </a:rPr>
              <a:t>Preprocessing</a:t>
            </a:r>
            <a:endParaRPr sz="1550">
              <a:latin typeface="Calibri"/>
              <a:cs typeface="Calibri"/>
            </a:endParaRPr>
          </a:p>
          <a:p>
            <a:pPr marL="965200">
              <a:lnSpc>
                <a:spcPct val="100000"/>
              </a:lnSpc>
              <a:spcBef>
                <a:spcPts val="1145"/>
              </a:spcBef>
            </a:pP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Kctcctcd</a:t>
            </a:r>
            <a:r>
              <a:rPr dirty="0" sz="12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raccs</a:t>
            </a:r>
            <a:r>
              <a:rPr dirty="0" sz="12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aíc</a:t>
            </a:r>
            <a:r>
              <a:rPr dirty="0" sz="12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D3D3D1"/>
                </a:solidFill>
                <a:latin typeface="Arial"/>
                <a:cs typeface="Arial"/>
              </a:rPr>
              <a:t>⭲oímalizcd,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ícsizcd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25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224×224</a:t>
            </a:r>
            <a:r>
              <a:rPr dirty="0" sz="125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pixcls,</a:t>
            </a:r>
            <a:r>
              <a:rPr dirty="0" sz="12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204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2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pícpaícd</a:t>
            </a:r>
            <a:r>
              <a:rPr dirty="0" sz="12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2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2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D3D3D1"/>
                </a:solidFill>
                <a:latin typeface="Arial"/>
                <a:cs typeface="Arial"/>
              </a:rPr>
              <a:t>i⭲p"t</a:t>
            </a:r>
            <a:r>
              <a:rPr dirty="0" sz="12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2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appíopíiatc</a:t>
            </a:r>
            <a:r>
              <a:rPr dirty="0" sz="12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scali⭲g.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5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5"/>
              </a:spcBef>
            </a:pPr>
            <a:r>
              <a:rPr dirty="0" sz="1550" spc="120">
                <a:solidFill>
                  <a:srgbClr val="D3D3D1"/>
                </a:solidFill>
                <a:latin typeface="Calibri"/>
                <a:cs typeface="Calibri"/>
              </a:rPr>
              <a:t>CNN</a:t>
            </a:r>
            <a:r>
              <a:rPr dirty="0" sz="1550" spc="1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550" spc="85">
                <a:solidFill>
                  <a:srgbClr val="D3D3D1"/>
                </a:solidFill>
                <a:latin typeface="Calibri"/>
                <a:cs typeface="Calibri"/>
              </a:rPr>
              <a:t>Classification</a:t>
            </a:r>
            <a:endParaRPr sz="1550">
              <a:latin typeface="Calibri"/>
              <a:cs typeface="Calibri"/>
            </a:endParaRPr>
          </a:p>
          <a:p>
            <a:pPr marL="965200">
              <a:lnSpc>
                <a:spcPct val="100000"/>
              </a:lnSpc>
              <a:spcBef>
                <a:spcPts val="1145"/>
              </a:spcBef>
            </a:pP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Pícpíoccsscd</a:t>
            </a:r>
            <a:r>
              <a:rPr dirty="0" sz="12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imagcs</a:t>
            </a:r>
            <a:r>
              <a:rPr dirty="0" sz="12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aíc</a:t>
            </a:r>
            <a:r>
              <a:rPr dirty="0" sz="12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rcd</a:t>
            </a:r>
            <a:r>
              <a:rPr dirty="0" sz="12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D3D3D1"/>
                </a:solidFill>
                <a:latin typeface="Arial"/>
                <a:cs typeface="Arial"/>
              </a:rPr>
              <a:t>tkío"gk</a:t>
            </a:r>
            <a:r>
              <a:rPr dirty="0" sz="12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11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2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D3D3D1"/>
                </a:solidFill>
                <a:latin typeface="Arial"/>
                <a:cs typeface="Arial"/>
              </a:rPr>
              <a:t>tíai⭲cd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D3D3D1"/>
                </a:solidFill>
                <a:latin typeface="Arial"/>
                <a:cs typeface="Arial"/>
              </a:rPr>
              <a:t>co⭲:ol"tio⭲al</a:t>
            </a:r>
            <a:r>
              <a:rPr dirty="0" sz="12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40">
                <a:solidFill>
                  <a:srgbClr val="D3D3D1"/>
                </a:solidFill>
                <a:latin typeface="Arial"/>
                <a:cs typeface="Arial"/>
              </a:rPr>
              <a:t>⭲c"íal</a:t>
            </a:r>
            <a:r>
              <a:rPr dirty="0" sz="12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D3D3D1"/>
                </a:solidFill>
                <a:latin typeface="Arial"/>
                <a:cs typeface="Arial"/>
              </a:rPr>
              <a:t>⭲ctwoík</a:t>
            </a:r>
            <a:r>
              <a:rPr dirty="0" sz="12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2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D3D3D1"/>
                </a:solidFill>
                <a:latin typeface="Arial"/>
                <a:cs typeface="Arial"/>
              </a:rPr>
              <a:t>rcat"íc</a:t>
            </a:r>
            <a:r>
              <a:rPr dirty="0" sz="12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D3D3D1"/>
                </a:solidFill>
                <a:latin typeface="Arial"/>
                <a:cs typeface="Arial"/>
              </a:rPr>
              <a:t>cxtíactio⭲</a:t>
            </a:r>
            <a:r>
              <a:rPr dirty="0" sz="12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204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2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classiricatio⭲.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5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5"/>
              </a:spcBef>
            </a:pPr>
            <a:r>
              <a:rPr dirty="0" sz="1550" spc="70">
                <a:solidFill>
                  <a:srgbClr val="D3D3D1"/>
                </a:solidFill>
                <a:latin typeface="Calibri"/>
                <a:cs typeface="Calibri"/>
              </a:rPr>
              <a:t>Output</a:t>
            </a:r>
            <a:r>
              <a:rPr dirty="0" sz="1550" spc="-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Calibri"/>
                <a:cs typeface="Calibri"/>
              </a:rPr>
              <a:t>Generation</a:t>
            </a:r>
            <a:endParaRPr sz="1550">
              <a:latin typeface="Calibri"/>
              <a:cs typeface="Calibri"/>
            </a:endParaRPr>
          </a:p>
          <a:p>
            <a:pPr marL="965200">
              <a:lnSpc>
                <a:spcPct val="100000"/>
              </a:lnSpc>
              <a:spcBef>
                <a:spcPts val="1140"/>
              </a:spcBef>
            </a:pP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D3D3D1"/>
                </a:solidFill>
                <a:latin typeface="Arial"/>
                <a:cs typeface="Arial"/>
              </a:rPr>
              <a:t>píod"ccs</a:t>
            </a:r>
            <a:r>
              <a:rPr dirty="0" sz="12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50">
                <a:solidFill>
                  <a:srgbClr val="D3D3D1"/>
                </a:solidFill>
                <a:latin typeface="Arial"/>
                <a:cs typeface="Arial"/>
              </a:rPr>
              <a:t>bi⭲aíQ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D3D3D1"/>
                </a:solidFill>
                <a:latin typeface="Arial"/>
                <a:cs typeface="Arial"/>
              </a:rPr>
              <a:t>classiricatio⭲ </a:t>
            </a:r>
            <a:r>
              <a:rPr dirty="0" sz="1250" spc="60">
                <a:solidFill>
                  <a:srgbClr val="D3D3D1"/>
                </a:solidFill>
                <a:latin typeface="Arial"/>
                <a:cs typeface="Arial"/>
              </a:rPr>
              <a:t>ícs"lt: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'Mask'</a:t>
            </a:r>
            <a:r>
              <a:rPr dirty="0" sz="12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oí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'No</a:t>
            </a:r>
            <a:r>
              <a:rPr dirty="0" sz="12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Mask'</a:t>
            </a:r>
            <a:r>
              <a:rPr dirty="0" sz="12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2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associatcd </a:t>
            </a:r>
            <a:r>
              <a:rPr dirty="0" sz="1250" spc="-105">
                <a:solidFill>
                  <a:srgbClr val="D3D3D1"/>
                </a:solidFill>
                <a:latin typeface="Arial"/>
                <a:cs typeface="Arial"/>
              </a:rPr>
              <a:t>co⭲ridc⭲cc</a:t>
            </a:r>
            <a:r>
              <a:rPr dirty="0" sz="12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scoícs.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5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</a:pPr>
            <a:r>
              <a:rPr dirty="0" sz="1550" spc="125">
                <a:solidFill>
                  <a:srgbClr val="D3D3D1"/>
                </a:solidFill>
                <a:latin typeface="Calibri"/>
                <a:cs typeface="Calibri"/>
              </a:rPr>
              <a:t>Real-</a:t>
            </a:r>
            <a:r>
              <a:rPr dirty="0" sz="1550" spc="75">
                <a:solidFill>
                  <a:srgbClr val="D3D3D1"/>
                </a:solidFill>
                <a:latin typeface="Calibri"/>
                <a:cs typeface="Calibri"/>
              </a:rPr>
              <a:t>time</a:t>
            </a:r>
            <a:r>
              <a:rPr dirty="0" sz="1550" spc="-4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550" spc="90">
                <a:solidFill>
                  <a:srgbClr val="D3D3D1"/>
                </a:solidFill>
                <a:latin typeface="Calibri"/>
                <a:cs typeface="Calibri"/>
              </a:rPr>
              <a:t>Display</a:t>
            </a:r>
            <a:endParaRPr sz="1550">
              <a:latin typeface="Calibri"/>
              <a:cs typeface="Calibri"/>
            </a:endParaRPr>
          </a:p>
          <a:p>
            <a:pPr marL="965200">
              <a:lnSpc>
                <a:spcPct val="100000"/>
              </a:lnSpc>
              <a:spcBef>
                <a:spcPts val="1145"/>
              </a:spcBef>
            </a:pP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Rcs"lts</a:t>
            </a:r>
            <a:r>
              <a:rPr dirty="0" sz="12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aíc</a:t>
            </a:r>
            <a:r>
              <a:rPr dirty="0" sz="12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45">
                <a:solidFill>
                  <a:srgbClr val="D3D3D1"/>
                </a:solidFill>
                <a:latin typeface="Arial"/>
                <a:cs typeface="Arial"/>
              </a:rPr>
              <a:t>o:cílaid</a:t>
            </a:r>
            <a:r>
              <a:rPr dirty="0" sz="12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280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2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D3D3D1"/>
                </a:solidFill>
                <a:latin typeface="Arial"/>
                <a:cs typeface="Arial"/>
              </a:rPr>
              <a:t>:idco</a:t>
            </a:r>
            <a:r>
              <a:rPr dirty="0" sz="12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rccd</a:t>
            </a:r>
            <a:r>
              <a:rPr dirty="0" sz="12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2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coloícd</a:t>
            </a:r>
            <a:r>
              <a:rPr dirty="0" sz="12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10">
                <a:solidFill>
                  <a:srgbClr val="D3D3D1"/>
                </a:solidFill>
                <a:latin typeface="Arial"/>
                <a:cs typeface="Arial"/>
              </a:rPr>
              <a:t>bo"⭲di⭲g</a:t>
            </a:r>
            <a:r>
              <a:rPr dirty="0" sz="12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boxcs</a:t>
            </a:r>
            <a:r>
              <a:rPr dirty="0" sz="12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204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2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labcls</a:t>
            </a:r>
            <a:r>
              <a:rPr dirty="0" sz="12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2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D3D3D1"/>
                </a:solidFill>
                <a:latin typeface="Arial"/>
                <a:cs typeface="Arial"/>
              </a:rPr>
              <a:t>immcdiatc</a:t>
            </a:r>
            <a:r>
              <a:rPr dirty="0" sz="12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90">
                <a:solidFill>
                  <a:srgbClr val="D3D3D1"/>
                </a:solidFill>
                <a:latin typeface="Arial"/>
                <a:cs typeface="Arial"/>
              </a:rPr>
              <a:t>:is"al</a:t>
            </a:r>
            <a:r>
              <a:rPr dirty="0" sz="12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D3D3D1"/>
                </a:solidFill>
                <a:latin typeface="Arial"/>
                <a:cs typeface="Arial"/>
              </a:rPr>
              <a:t>rccdback.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65023" y="7748016"/>
            <a:ext cx="1798320" cy="414655"/>
            <a:chOff x="12765023" y="7748016"/>
            <a:chExt cx="1798320" cy="414655"/>
          </a:xfrm>
        </p:grpSpPr>
        <p:sp>
          <p:nvSpPr>
            <p:cNvPr id="3" name="object 3"/>
            <p:cNvSpPr/>
            <p:nvPr/>
          </p:nvSpPr>
          <p:spPr>
            <a:xfrm>
              <a:off x="12771119" y="7754112"/>
              <a:ext cx="1743710" cy="344805"/>
            </a:xfrm>
            <a:custGeom>
              <a:avLst/>
              <a:gdLst/>
              <a:ahLst/>
              <a:cxnLst/>
              <a:rect l="l" t="t" r="r" b="b"/>
              <a:pathLst>
                <a:path w="1743709" h="344804">
                  <a:moveTo>
                    <a:pt x="1743456" y="0"/>
                  </a:moveTo>
                  <a:lnTo>
                    <a:pt x="0" y="0"/>
                  </a:lnTo>
                  <a:lnTo>
                    <a:pt x="0" y="344424"/>
                  </a:lnTo>
                  <a:lnTo>
                    <a:pt x="1743456" y="344424"/>
                  </a:lnTo>
                  <a:lnTo>
                    <a:pt x="1743456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771119" y="7754112"/>
              <a:ext cx="1743710" cy="344805"/>
            </a:xfrm>
            <a:custGeom>
              <a:avLst/>
              <a:gdLst/>
              <a:ahLst/>
              <a:cxnLst/>
              <a:rect l="l" t="t" r="r" b="b"/>
              <a:pathLst>
                <a:path w="1743709" h="344804">
                  <a:moveTo>
                    <a:pt x="0" y="344424"/>
                  </a:moveTo>
                  <a:lnTo>
                    <a:pt x="1743456" y="344424"/>
                  </a:lnTo>
                  <a:lnTo>
                    <a:pt x="1743456" y="0"/>
                  </a:lnTo>
                  <a:lnTo>
                    <a:pt x="0" y="0"/>
                  </a:lnTo>
                  <a:lnTo>
                    <a:pt x="0" y="344424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53287" y="433196"/>
            <a:ext cx="1892935" cy="3473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125"/>
              <a:t>Dataset</a:t>
            </a:r>
            <a:r>
              <a:rPr dirty="0" sz="2100" spc="5"/>
              <a:t> </a:t>
            </a:r>
            <a:r>
              <a:rPr dirty="0" sz="2100" spc="110"/>
              <a:t>Details</a:t>
            </a:r>
            <a:endParaRPr sz="2100"/>
          </a:p>
        </p:txBody>
      </p:sp>
      <p:sp>
        <p:nvSpPr>
          <p:cNvPr id="6" name="object 6"/>
          <p:cNvSpPr txBox="1"/>
          <p:nvPr/>
        </p:nvSpPr>
        <p:spPr>
          <a:xfrm>
            <a:off x="653287" y="1048003"/>
            <a:ext cx="6447155" cy="675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70">
                <a:solidFill>
                  <a:srgbClr val="F3F3F1"/>
                </a:solidFill>
                <a:latin typeface="Calibri"/>
                <a:cs typeface="Calibri"/>
              </a:rPr>
              <a:t>Data</a:t>
            </a:r>
            <a:r>
              <a:rPr dirty="0" sz="1250" spc="5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1250" spc="50">
                <a:solidFill>
                  <a:srgbClr val="F3F3F1"/>
                </a:solidFill>
                <a:latin typeface="Calibri"/>
                <a:cs typeface="Calibri"/>
              </a:rPr>
              <a:t>Foundation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8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8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was</a:t>
            </a:r>
            <a:r>
              <a:rPr dirty="0" sz="8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45">
                <a:solidFill>
                  <a:srgbClr val="D3D3D1"/>
                </a:solidFill>
                <a:latin typeface="Arial"/>
                <a:cs typeface="Arial"/>
              </a:rPr>
              <a:t>tíai⭲cd</a:t>
            </a:r>
            <a:r>
              <a:rPr dirty="0" sz="8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200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8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tkc compíckc⭲si:c</a:t>
            </a:r>
            <a:r>
              <a:rPr dirty="0" sz="8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Kagglc </a:t>
            </a:r>
            <a:r>
              <a:rPr dirty="0" sz="850" spc="50">
                <a:solidFill>
                  <a:srgbClr val="D3D3D1"/>
                </a:solidFill>
                <a:latin typeface="Arial"/>
                <a:cs typeface="Arial"/>
              </a:rPr>
              <a:t>Iacc</a:t>
            </a:r>
            <a:r>
              <a:rPr dirty="0" sz="8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8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30">
                <a:solidFill>
                  <a:srgbClr val="D3D3D1"/>
                </a:solidFill>
                <a:latin typeface="Arial"/>
                <a:cs typeface="Arial"/>
              </a:rPr>
              <a:t>Kctcctio⭲</a:t>
            </a:r>
            <a:r>
              <a:rPr dirty="0" sz="8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Katasct,</a:t>
            </a:r>
            <a:r>
              <a:rPr dirty="0" sz="8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spcciricallQ</a:t>
            </a:r>
            <a:r>
              <a:rPr dirty="0" sz="8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c"íatcd</a:t>
            </a:r>
            <a:r>
              <a:rPr dirty="0" sz="8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8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14">
                <a:solidFill>
                  <a:srgbClr val="D3D3D1"/>
                </a:solidFill>
                <a:latin typeface="Arial"/>
                <a:cs typeface="Arial"/>
              </a:rPr>
              <a:t>bi⭲aíQ</a:t>
            </a:r>
            <a:r>
              <a:rPr dirty="0" sz="8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D3D3D1"/>
                </a:solidFill>
                <a:latin typeface="Arial"/>
                <a:cs typeface="Arial"/>
              </a:rPr>
              <a:t>classiricatio⭲</a:t>
            </a:r>
            <a:r>
              <a:rPr dirty="0" sz="850" spc="1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tasks.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850" spc="75">
                <a:solidFill>
                  <a:srgbClr val="D3D3D1"/>
                </a:solidFill>
                <a:latin typeface="Arial"/>
                <a:cs typeface="Arial"/>
              </a:rPr>
              <a:t>ľkis</a:t>
            </a:r>
            <a:r>
              <a:rPr dirty="0" sz="8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caícr"llQ</a:t>
            </a:r>
            <a:r>
              <a:rPr dirty="0" sz="8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85">
                <a:solidFill>
                  <a:srgbClr val="D3D3D1"/>
                </a:solidFill>
                <a:latin typeface="Arial"/>
                <a:cs typeface="Arial"/>
              </a:rPr>
              <a:t>a⭲⭲otatcd</a:t>
            </a:r>
            <a:r>
              <a:rPr dirty="0" sz="850" spc="1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datasct</a:t>
            </a:r>
            <a:r>
              <a:rPr dirty="0" sz="8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pío:idcs</a:t>
            </a:r>
            <a:r>
              <a:rPr dirty="0" sz="8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di:císc</a:t>
            </a:r>
            <a:r>
              <a:rPr dirty="0" sz="8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cxamplcs</a:t>
            </a:r>
            <a:r>
              <a:rPr dirty="0" sz="8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8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dcmogíapkics,</a:t>
            </a:r>
            <a:r>
              <a:rPr dirty="0" sz="8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35">
                <a:solidFill>
                  <a:srgbClr val="D3D3D1"/>
                </a:solidFill>
                <a:latin typeface="Arial"/>
                <a:cs typeface="Arial"/>
              </a:rPr>
              <a:t>ligkti⭲g</a:t>
            </a:r>
            <a:r>
              <a:rPr dirty="0" sz="8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80">
                <a:solidFill>
                  <a:srgbClr val="D3D3D1"/>
                </a:solidFill>
                <a:latin typeface="Arial"/>
                <a:cs typeface="Arial"/>
              </a:rPr>
              <a:t>co⭲ditio⭲s,</a:t>
            </a:r>
            <a:r>
              <a:rPr dirty="0" sz="850" spc="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5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8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8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tQpcs.</a:t>
            </a:r>
            <a:endParaRPr sz="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7214" y="1798396"/>
            <a:ext cx="828675" cy="758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0"/>
              </a:spcBef>
            </a:pPr>
            <a:r>
              <a:rPr dirty="0" sz="2800" spc="300">
                <a:solidFill>
                  <a:srgbClr val="D3D3D1"/>
                </a:solidFill>
                <a:latin typeface="Calibri"/>
                <a:cs typeface="Calibri"/>
              </a:rPr>
              <a:t>3K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dirty="0" sz="1050" spc="55">
                <a:solidFill>
                  <a:srgbClr val="D3D3D1"/>
                </a:solidFill>
                <a:latin typeface="Calibri"/>
                <a:cs typeface="Calibri"/>
              </a:rPr>
              <a:t>Total</a:t>
            </a:r>
            <a:r>
              <a:rPr dirty="0" sz="10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050" spc="80">
                <a:solidFill>
                  <a:srgbClr val="D3D3D1"/>
                </a:solidFill>
                <a:latin typeface="Calibri"/>
                <a:cs typeface="Calibri"/>
              </a:rPr>
              <a:t>Images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8213" y="2683840"/>
            <a:ext cx="1603375" cy="1543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Higk-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q"alitQ</a:t>
            </a:r>
            <a:r>
              <a:rPr dirty="0" sz="8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labclcd</a:t>
            </a:r>
            <a:r>
              <a:rPr dirty="0" sz="8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pkotogíapks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8953" y="1798396"/>
            <a:ext cx="496570" cy="758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10"/>
              </a:spcBef>
            </a:pPr>
            <a:r>
              <a:rPr dirty="0" sz="2800" spc="204">
                <a:solidFill>
                  <a:srgbClr val="D3D3D1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dirty="0" sz="1050" spc="75">
                <a:solidFill>
                  <a:srgbClr val="D3D3D1"/>
                </a:solidFill>
                <a:latin typeface="Calibri"/>
                <a:cs typeface="Calibri"/>
              </a:rPr>
              <a:t>Classes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31790" y="2683840"/>
            <a:ext cx="1310005" cy="1543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8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8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&amp;</a:t>
            </a:r>
            <a:r>
              <a:rPr dirty="0" sz="8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Witko"t</a:t>
            </a:r>
            <a:r>
              <a:rPr dirty="0" sz="8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22294" y="3588511"/>
            <a:ext cx="60261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270">
                <a:solidFill>
                  <a:srgbClr val="D3D3D1"/>
                </a:solidFill>
                <a:latin typeface="Calibri"/>
                <a:cs typeface="Calibri"/>
              </a:rPr>
              <a:t>80%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12" name="object 1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2007" y="2990088"/>
            <a:ext cx="1624583" cy="162458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751201" y="4728717"/>
            <a:ext cx="2346325" cy="46735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050" spc="60">
                <a:solidFill>
                  <a:srgbClr val="D3D3D1"/>
                </a:solidFill>
                <a:latin typeface="Calibri"/>
                <a:cs typeface="Calibri"/>
              </a:rPr>
              <a:t>Training</a:t>
            </a:r>
            <a:r>
              <a:rPr dirty="0" sz="1050" spc="-6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D3D3D1"/>
                </a:solidFill>
                <a:latin typeface="Calibri"/>
                <a:cs typeface="Calibri"/>
              </a:rPr>
              <a:t>Set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Uscd</a:t>
            </a:r>
            <a:r>
              <a:rPr dirty="0" sz="8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8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8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90">
                <a:solidFill>
                  <a:srgbClr val="D3D3D1"/>
                </a:solidFill>
                <a:latin typeface="Arial"/>
                <a:cs typeface="Arial"/>
              </a:rPr>
              <a:t>lcaí⭲i⭲g</a:t>
            </a:r>
            <a:r>
              <a:rPr dirty="0" sz="8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5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8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wcigkt</a:t>
            </a:r>
            <a:r>
              <a:rPr dirty="0" sz="8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optimizatio⭲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22294" y="6041516"/>
            <a:ext cx="60325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275">
                <a:solidFill>
                  <a:srgbClr val="D3D3D1"/>
                </a:solidFill>
                <a:latin typeface="Calibri"/>
                <a:cs typeface="Calibri"/>
              </a:rPr>
              <a:t>20%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15" name="object 1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2007" y="5443728"/>
            <a:ext cx="1624583" cy="162153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793873" y="7181798"/>
            <a:ext cx="2258695" cy="46735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05"/>
              </a:spcBef>
            </a:pPr>
            <a:r>
              <a:rPr dirty="0" sz="1050" spc="60">
                <a:solidFill>
                  <a:srgbClr val="D3D3D1"/>
                </a:solidFill>
                <a:latin typeface="Calibri"/>
                <a:cs typeface="Calibri"/>
              </a:rPr>
              <a:t>Testing</a:t>
            </a:r>
            <a:r>
              <a:rPr dirty="0" sz="1050" spc="1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050" spc="40">
                <a:solidFill>
                  <a:srgbClr val="D3D3D1"/>
                </a:solidFill>
                <a:latin typeface="Calibri"/>
                <a:cs typeface="Calibri"/>
              </a:rPr>
              <a:t>Set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Rcscí:cd</a:t>
            </a:r>
            <a:r>
              <a:rPr dirty="0" sz="8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850" spc="8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30">
                <a:solidFill>
                  <a:srgbClr val="D3D3D1"/>
                </a:solidFill>
                <a:latin typeface="Arial"/>
                <a:cs typeface="Arial"/>
              </a:rPr>
              <a:t>"⭲biascd</a:t>
            </a:r>
            <a:r>
              <a:rPr dirty="0" sz="8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D3D3D1"/>
                </a:solidFill>
                <a:latin typeface="Arial"/>
                <a:cs typeface="Arial"/>
              </a:rPr>
              <a:t>pcíroíma⭲cc</a:t>
            </a:r>
            <a:r>
              <a:rPr dirty="0" sz="850" spc="1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c:al"atio⭲</a:t>
            </a:r>
            <a:endParaRPr sz="850">
              <a:latin typeface="Arial"/>
              <a:cs typeface="Arial"/>
            </a:endParaRPr>
          </a:p>
        </p:txBody>
      </p:sp>
      <p:pic>
        <p:nvPicPr>
          <p:cNvPr id="17" name="object 17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5407" y="1078991"/>
            <a:ext cx="4236720" cy="423672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443596" y="5454522"/>
            <a:ext cx="6489065" cy="601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-25" b="1">
                <a:solidFill>
                  <a:srgbClr val="D3D3D1"/>
                </a:solidFill>
                <a:latin typeface="Arial"/>
                <a:cs typeface="Arial"/>
              </a:rPr>
              <a:t>Imagc</a:t>
            </a:r>
            <a:r>
              <a:rPr dirty="0" sz="850" spc="-9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D3D3D1"/>
                </a:solidFill>
                <a:latin typeface="Arial"/>
                <a:cs typeface="Arial"/>
              </a:rPr>
              <a:t>Ioímat:</a:t>
            </a:r>
            <a:r>
              <a:rPr dirty="0" sz="850" spc="-7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JPG/PNG</a:t>
            </a:r>
            <a:r>
              <a:rPr dirty="0" sz="85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8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75">
                <a:solidFill>
                  <a:srgbClr val="D3D3D1"/>
                </a:solidFill>
                <a:latin typeface="Arial"/>
                <a:cs typeface="Arial"/>
              </a:rPr>
              <a:t>co⭲sistc⭲t</a:t>
            </a:r>
            <a:r>
              <a:rPr dirty="0" sz="8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ícsol"tio⭲</a:t>
            </a:r>
            <a:r>
              <a:rPr dirty="0" sz="8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sta⭲daíds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36500"/>
              </a:lnSpc>
              <a:spcBef>
                <a:spcPts val="735"/>
              </a:spcBef>
            </a:pPr>
            <a:r>
              <a:rPr dirty="0" sz="850" spc="-95" b="1">
                <a:solidFill>
                  <a:srgbClr val="D3D3D1"/>
                </a:solidFill>
                <a:latin typeface="Arial"/>
                <a:cs typeface="Arial"/>
              </a:rPr>
              <a:t>A"gmc⭲tatio⭲</a:t>
            </a:r>
            <a:r>
              <a:rPr dirty="0" sz="850" spc="-7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50" b="1">
                <a:solidFill>
                  <a:srgbClr val="D3D3D1"/>
                </a:solidFill>
                <a:latin typeface="Arial"/>
                <a:cs typeface="Arial"/>
              </a:rPr>
              <a:t>ľcck⭲iq"cs:</a:t>
            </a:r>
            <a:r>
              <a:rPr dirty="0" sz="850" spc="-7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Wc</a:t>
            </a:r>
            <a:r>
              <a:rPr dirty="0" sz="8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applicd</a:t>
            </a:r>
            <a:r>
              <a:rPr dirty="0" sz="8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40">
                <a:solidFill>
                  <a:srgbClr val="D3D3D1"/>
                </a:solidFill>
                <a:latin typeface="Arial"/>
                <a:cs typeface="Arial"/>
              </a:rPr>
              <a:t>íotatio⭲,</a:t>
            </a:r>
            <a:r>
              <a:rPr dirty="0" sz="8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D3D3D1"/>
                </a:solidFill>
                <a:latin typeface="Arial"/>
                <a:cs typeface="Arial"/>
              </a:rPr>
              <a:t>rlippi⭲g,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D3D3D1"/>
                </a:solidFill>
                <a:latin typeface="Arial"/>
                <a:cs typeface="Arial"/>
              </a:rPr>
              <a:t>bíigkt⭲css</a:t>
            </a:r>
            <a:r>
              <a:rPr dirty="0" sz="8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D3D3D1"/>
                </a:solidFill>
                <a:latin typeface="Arial"/>
                <a:cs typeface="Arial"/>
              </a:rPr>
              <a:t>adj"stmc⭲t,</a:t>
            </a:r>
            <a:r>
              <a:rPr dirty="0" sz="8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5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8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zoom</a:t>
            </a:r>
            <a:r>
              <a:rPr dirty="0" sz="8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45">
                <a:solidFill>
                  <a:srgbClr val="D3D3D1"/>
                </a:solidFill>
                <a:latin typeface="Arial"/>
                <a:cs typeface="Arial"/>
              </a:rPr>
              <a:t>tía⭲sroímatio⭲s</a:t>
            </a:r>
            <a:r>
              <a:rPr dirty="0" sz="850" spc="1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to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aítiriciallQ</a:t>
            </a:r>
            <a:r>
              <a:rPr dirty="0" sz="8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80">
                <a:solidFill>
                  <a:srgbClr val="D3D3D1"/>
                </a:solidFill>
                <a:latin typeface="Arial"/>
                <a:cs typeface="Arial"/>
              </a:rPr>
              <a:t>cxpa⭲d</a:t>
            </a:r>
            <a:r>
              <a:rPr dirty="0" sz="8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datasct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di:císitQ</a:t>
            </a:r>
            <a:r>
              <a:rPr dirty="0" sz="8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5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8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impío:c</a:t>
            </a:r>
            <a:r>
              <a:rPr dirty="0" sz="8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8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D3D3D1"/>
                </a:solidFill>
                <a:latin typeface="Arial"/>
                <a:cs typeface="Arial"/>
              </a:rPr>
              <a:t>gc⭲cíalizatio⭲</a:t>
            </a:r>
            <a:r>
              <a:rPr dirty="0" sz="850" spc="10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85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D3D3D1"/>
                </a:solidFill>
                <a:latin typeface="Arial"/>
                <a:cs typeface="Arial"/>
              </a:rPr>
              <a:t>ícal-woíld</a:t>
            </a:r>
            <a:r>
              <a:rPr dirty="0" sz="8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D3D3D1"/>
                </a:solidFill>
                <a:latin typeface="Arial"/>
                <a:cs typeface="Arial"/>
              </a:rPr>
              <a:t>scc⭲aíios.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25983" y="7687056"/>
            <a:ext cx="1737360" cy="475615"/>
            <a:chOff x="12825983" y="7687056"/>
            <a:chExt cx="1737360" cy="475615"/>
          </a:xfrm>
        </p:grpSpPr>
        <p:sp>
          <p:nvSpPr>
            <p:cNvPr id="3" name="object 3"/>
            <p:cNvSpPr/>
            <p:nvPr/>
          </p:nvSpPr>
          <p:spPr>
            <a:xfrm>
              <a:off x="12832079" y="7693152"/>
              <a:ext cx="1691639" cy="414655"/>
            </a:xfrm>
            <a:custGeom>
              <a:avLst/>
              <a:gdLst/>
              <a:ahLst/>
              <a:cxnLst/>
              <a:rect l="l" t="t" r="r" b="b"/>
              <a:pathLst>
                <a:path w="1691640" h="414654">
                  <a:moveTo>
                    <a:pt x="1691639" y="0"/>
                  </a:moveTo>
                  <a:lnTo>
                    <a:pt x="0" y="0"/>
                  </a:lnTo>
                  <a:lnTo>
                    <a:pt x="0" y="414528"/>
                  </a:lnTo>
                  <a:lnTo>
                    <a:pt x="1691639" y="414528"/>
                  </a:lnTo>
                  <a:lnTo>
                    <a:pt x="1691639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832079" y="7693152"/>
              <a:ext cx="1691639" cy="414655"/>
            </a:xfrm>
            <a:custGeom>
              <a:avLst/>
              <a:gdLst/>
              <a:ahLst/>
              <a:cxnLst/>
              <a:rect l="l" t="t" r="r" b="b"/>
              <a:pathLst>
                <a:path w="1691640" h="414654">
                  <a:moveTo>
                    <a:pt x="0" y="414528"/>
                  </a:moveTo>
                  <a:lnTo>
                    <a:pt x="1691639" y="414528"/>
                  </a:lnTo>
                  <a:lnTo>
                    <a:pt x="1691639" y="0"/>
                  </a:lnTo>
                  <a:lnTo>
                    <a:pt x="0" y="0"/>
                  </a:lnTo>
                  <a:lnTo>
                    <a:pt x="0" y="414528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8614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95"/>
              </a:spcBef>
            </a:pPr>
            <a:r>
              <a:rPr dirty="0" sz="2500" spc="160"/>
              <a:t>Tools</a:t>
            </a:r>
            <a:r>
              <a:rPr dirty="0" sz="2500" spc="10"/>
              <a:t> </a:t>
            </a:r>
            <a:r>
              <a:rPr dirty="0" sz="2500" spc="50"/>
              <a:t>&amp;</a:t>
            </a:r>
            <a:r>
              <a:rPr dirty="0" sz="2500" spc="25"/>
              <a:t> </a:t>
            </a:r>
            <a:r>
              <a:rPr dirty="0" sz="2500" spc="145"/>
              <a:t>Technologies</a:t>
            </a:r>
            <a:r>
              <a:rPr dirty="0" sz="2500" spc="30"/>
              <a:t> </a:t>
            </a:r>
            <a:r>
              <a:rPr dirty="0" sz="2500" spc="135"/>
              <a:t>Used</a:t>
            </a:r>
            <a:endParaRPr sz="2500"/>
          </a:p>
        </p:txBody>
      </p:sp>
      <p:sp>
        <p:nvSpPr>
          <p:cNvPr id="6" name="object 6"/>
          <p:cNvSpPr txBox="1"/>
          <p:nvPr/>
        </p:nvSpPr>
        <p:spPr>
          <a:xfrm>
            <a:off x="781304" y="1291208"/>
            <a:ext cx="89598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D3D3D1"/>
                </a:solidFill>
                <a:latin typeface="Arial"/>
                <a:cs typeface="Arial"/>
              </a:rPr>
              <a:t>implcmc⭲tatio⭲</a:t>
            </a:r>
            <a:r>
              <a:rPr dirty="0" sz="100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lc:cíagcs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a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íob"st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D3D3D1"/>
                </a:solidFill>
                <a:latin typeface="Arial"/>
                <a:cs typeface="Arial"/>
              </a:rPr>
              <a:t>tcck⭲ologQ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stack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95">
                <a:solidFill>
                  <a:srgbClr val="D3D3D1"/>
                </a:solidFill>
                <a:latin typeface="Arial"/>
                <a:cs typeface="Arial"/>
              </a:rPr>
              <a:t>combi⭲i⭲g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D3D3D1"/>
                </a:solidFill>
                <a:latin typeface="Arial"/>
                <a:cs typeface="Arial"/>
              </a:rPr>
              <a:t>i⭲d"stíQ-</a:t>
            </a:r>
            <a:r>
              <a:rPr dirty="0" sz="1000" spc="-45">
                <a:solidFill>
                  <a:srgbClr val="D3D3D1"/>
                </a:solidFill>
                <a:latin typeface="Arial"/>
                <a:cs typeface="Arial"/>
              </a:rPr>
              <a:t>sta⭲daíd</a:t>
            </a:r>
            <a:r>
              <a:rPr dirty="0" sz="10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ríamcwoíks</a:t>
            </a:r>
            <a:r>
              <a:rPr dirty="0" sz="100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D3D3D1"/>
                </a:solidFill>
                <a:latin typeface="Arial"/>
                <a:cs typeface="Arial"/>
              </a:rPr>
              <a:t>macki⭲c</a:t>
            </a:r>
            <a:r>
              <a:rPr dirty="0" sz="10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5">
                <a:solidFill>
                  <a:srgbClr val="D3D3D1"/>
                </a:solidFill>
                <a:latin typeface="Arial"/>
                <a:cs typeface="Arial"/>
              </a:rPr>
              <a:t>lcaí⭲i⭲g,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55">
                <a:solidFill>
                  <a:srgbClr val="D3D3D1"/>
                </a:solidFill>
                <a:latin typeface="Arial"/>
                <a:cs typeface="Arial"/>
              </a:rPr>
              <a:t>comp"tcí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40">
                <a:solidFill>
                  <a:srgbClr val="D3D3D1"/>
                </a:solidFill>
                <a:latin typeface="Arial"/>
                <a:cs typeface="Arial"/>
              </a:rPr>
              <a:t>:isio⭲,</a:t>
            </a:r>
            <a:r>
              <a:rPr dirty="0" sz="10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5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data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píoccssi⭲g.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1630679"/>
            <a:ext cx="2042160" cy="20421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1304" y="3782948"/>
            <a:ext cx="3136900" cy="693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55">
                <a:solidFill>
                  <a:srgbClr val="D3D3D1"/>
                </a:solidFill>
                <a:latin typeface="Calibri"/>
                <a:cs typeface="Calibri"/>
              </a:rPr>
              <a:t>Python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535"/>
              </a:spcBef>
            </a:pP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PíimaíQ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píogíammi⭲g</a:t>
            </a:r>
            <a:r>
              <a:rPr dirty="0" sz="100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la⭲g"agc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pío:idi⭲g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rlcxibilitQ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D3D3D1"/>
                </a:solidFill>
                <a:latin typeface="Arial"/>
                <a:cs typeface="Arial"/>
              </a:rPr>
              <a:t>a⭲d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cxtc⭲si:c 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libíaíQ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55">
                <a:solidFill>
                  <a:srgbClr val="D3D3D1"/>
                </a:solidFill>
                <a:latin typeface="Arial"/>
                <a:cs typeface="Arial"/>
              </a:rPr>
              <a:t>s"ppoít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MḺ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dc:clopmc⭲t.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3464" y="1630679"/>
            <a:ext cx="2042160" cy="20421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82922" y="3782948"/>
            <a:ext cx="3131820" cy="693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65">
                <a:solidFill>
                  <a:srgbClr val="D3D3D1"/>
                </a:solidFill>
                <a:latin typeface="Calibri"/>
                <a:cs typeface="Calibri"/>
              </a:rPr>
              <a:t>TensorFlow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Googlc's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95">
                <a:solidFill>
                  <a:srgbClr val="D3D3D1"/>
                </a:solidFill>
                <a:latin typeface="Arial"/>
                <a:cs typeface="Arial"/>
              </a:rPr>
              <a:t>opc⭲-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so"ícc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platroím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b"ildi⭲g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5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60">
                <a:solidFill>
                  <a:srgbClr val="D3D3D1"/>
                </a:solidFill>
                <a:latin typeface="Arial"/>
                <a:cs typeface="Arial"/>
              </a:rPr>
              <a:t>tíai⭲i⭲g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⭲c"íal</a:t>
            </a:r>
            <a:r>
              <a:rPr dirty="0" sz="100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D3D3D1"/>
                </a:solidFill>
                <a:latin typeface="Arial"/>
                <a:cs typeface="Arial"/>
              </a:rPr>
              <a:t>⭲ctwoíks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at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scalc.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1" name="object 11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4447" y="1630679"/>
            <a:ext cx="2042159" cy="20421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384795" y="3782948"/>
            <a:ext cx="3096260" cy="693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85">
                <a:solidFill>
                  <a:srgbClr val="D3D3D1"/>
                </a:solidFill>
                <a:latin typeface="Calibri"/>
                <a:cs typeface="Calibri"/>
              </a:rPr>
              <a:t>Keras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535"/>
              </a:spcBef>
            </a:pP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Higk-</a:t>
            </a:r>
            <a:r>
              <a:rPr dirty="0" sz="1000" spc="50">
                <a:solidFill>
                  <a:srgbClr val="D3D3D1"/>
                </a:solidFill>
                <a:latin typeface="Arial"/>
                <a:cs typeface="Arial"/>
              </a:rPr>
              <a:t>lc:cl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API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íapid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D3D3D1"/>
                </a:solidFill>
                <a:latin typeface="Arial"/>
                <a:cs typeface="Arial"/>
              </a:rPr>
              <a:t>píototQpi⭲g </a:t>
            </a:r>
            <a:r>
              <a:rPr dirty="0" sz="1000" spc="-15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i⭲t"iti:c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modcl 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aíckitcct"íc</a:t>
            </a:r>
            <a:r>
              <a:rPr dirty="0" sz="100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dcsig⭲.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3" name="object 13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95431" y="1630679"/>
            <a:ext cx="2042160" cy="204216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686415" y="3782948"/>
            <a:ext cx="2748280" cy="693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65">
                <a:solidFill>
                  <a:srgbClr val="D3D3D1"/>
                </a:solidFill>
                <a:latin typeface="Calibri"/>
                <a:cs typeface="Calibri"/>
              </a:rPr>
              <a:t>OpenCV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535"/>
              </a:spcBef>
            </a:pP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Comp"tcí</a:t>
            </a:r>
            <a:r>
              <a:rPr dirty="0" sz="10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D3D3D1"/>
                </a:solidFill>
                <a:latin typeface="Arial"/>
                <a:cs typeface="Arial"/>
              </a:rPr>
              <a:t>:isio⭲</a:t>
            </a:r>
            <a:r>
              <a:rPr dirty="0" sz="100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libíaíQ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10">
                <a:solidFill>
                  <a:srgbClr val="D3D3D1"/>
                </a:solidFill>
                <a:latin typeface="Arial"/>
                <a:cs typeface="Arial"/>
              </a:rPr>
              <a:t>c⭲abli⭲g</a:t>
            </a:r>
            <a:r>
              <a:rPr dirty="0" sz="100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ícal-timc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imagc </a:t>
            </a:r>
            <a:r>
              <a:rPr dirty="0" sz="1000" spc="-35">
                <a:solidFill>
                  <a:srgbClr val="D3D3D1"/>
                </a:solidFill>
                <a:latin typeface="Arial"/>
                <a:cs typeface="Arial"/>
              </a:rPr>
              <a:t>píoccssi⭲g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5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 racc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00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capabilitics.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5" name="object 15" descr="preencoded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2480" y="4748784"/>
            <a:ext cx="2042160" cy="204216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81304" y="6903821"/>
            <a:ext cx="2790190" cy="692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85">
                <a:solidFill>
                  <a:srgbClr val="D3D3D1"/>
                </a:solidFill>
                <a:latin typeface="Calibri"/>
                <a:cs typeface="Calibri"/>
              </a:rPr>
              <a:t>NumPy</a:t>
            </a:r>
            <a:r>
              <a:rPr dirty="0" sz="1250" spc="3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D3D3D1"/>
                </a:solidFill>
                <a:latin typeface="Calibri"/>
                <a:cs typeface="Calibri"/>
              </a:rPr>
              <a:t>&amp;</a:t>
            </a:r>
            <a:r>
              <a:rPr dirty="0" sz="1250" spc="3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250" spc="85">
                <a:solidFill>
                  <a:srgbClr val="D3D3D1"/>
                </a:solidFill>
                <a:latin typeface="Calibri"/>
                <a:cs typeface="Calibri"/>
              </a:rPr>
              <a:t>Pandas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34000"/>
              </a:lnSpc>
              <a:spcBef>
                <a:spcPts val="540"/>
              </a:spcBef>
            </a:pPr>
            <a:r>
              <a:rPr dirty="0" sz="1000" spc="-45">
                <a:solidFill>
                  <a:srgbClr val="D3D3D1"/>
                </a:solidFill>
                <a:latin typeface="Arial"/>
                <a:cs typeface="Arial"/>
              </a:rPr>
              <a:t>Essc⭲tial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libíaíics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⭲"mcíical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comp"tatio⭲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00" spc="-40">
                <a:solidFill>
                  <a:srgbClr val="D3D3D1"/>
                </a:solidFill>
                <a:latin typeface="Arial"/>
                <a:cs typeface="Arial"/>
              </a:rPr>
              <a:t> crricic⭲t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data</a:t>
            </a:r>
            <a:r>
              <a:rPr dirty="0" sz="10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ma⭲ip"latio⭲.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7" name="object 17" descr="preencoded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93464" y="4748784"/>
            <a:ext cx="2042160" cy="204216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082922" y="6903821"/>
            <a:ext cx="3161665" cy="692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D3D3D1"/>
                </a:solidFill>
                <a:latin typeface="Calibri"/>
                <a:cs typeface="Calibri"/>
              </a:rPr>
              <a:t>Matplotlib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34000"/>
              </a:lnSpc>
              <a:spcBef>
                <a:spcPts val="540"/>
              </a:spcBef>
            </a:pP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Vis"alizatio⭲</a:t>
            </a:r>
            <a:r>
              <a:rPr dirty="0" sz="10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toolkit</a:t>
            </a:r>
            <a:r>
              <a:rPr dirty="0" sz="10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00" spc="1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80">
                <a:solidFill>
                  <a:srgbClr val="D3D3D1"/>
                </a:solidFill>
                <a:latin typeface="Arial"/>
                <a:cs typeface="Arial"/>
              </a:rPr>
              <a:t>gc⭲cíati⭲g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5">
                <a:solidFill>
                  <a:srgbClr val="D3D3D1"/>
                </a:solidFill>
                <a:latin typeface="Arial"/>
                <a:cs typeface="Arial"/>
              </a:rPr>
              <a:t>tíai⭲i⭲g</a:t>
            </a:r>
            <a:r>
              <a:rPr dirty="0" sz="10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mctíics,</a:t>
            </a:r>
            <a:r>
              <a:rPr dirty="0" sz="10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loss 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c"í:cs,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5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pcíroíma⭲cc</a:t>
            </a:r>
            <a:r>
              <a:rPr dirty="0" sz="100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plots.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95504" y="7726680"/>
            <a:ext cx="1767839" cy="436245"/>
            <a:chOff x="12795504" y="7726680"/>
            <a:chExt cx="1767839" cy="436245"/>
          </a:xfrm>
        </p:grpSpPr>
        <p:sp>
          <p:nvSpPr>
            <p:cNvPr id="3" name="object 3"/>
            <p:cNvSpPr/>
            <p:nvPr/>
          </p:nvSpPr>
          <p:spPr>
            <a:xfrm>
              <a:off x="12801600" y="7732776"/>
              <a:ext cx="1731645" cy="365760"/>
            </a:xfrm>
            <a:custGeom>
              <a:avLst/>
              <a:gdLst/>
              <a:ahLst/>
              <a:cxnLst/>
              <a:rect l="l" t="t" r="r" b="b"/>
              <a:pathLst>
                <a:path w="1731644" h="365759">
                  <a:moveTo>
                    <a:pt x="1731263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731263" y="365760"/>
                  </a:lnTo>
                  <a:lnTo>
                    <a:pt x="1731263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801600" y="7732776"/>
              <a:ext cx="1731645" cy="365760"/>
            </a:xfrm>
            <a:custGeom>
              <a:avLst/>
              <a:gdLst/>
              <a:ahLst/>
              <a:cxnLst/>
              <a:rect l="l" t="t" r="r" b="b"/>
              <a:pathLst>
                <a:path w="1731644" h="365759">
                  <a:moveTo>
                    <a:pt x="0" y="365760"/>
                  </a:moveTo>
                  <a:lnTo>
                    <a:pt x="1731263" y="365760"/>
                  </a:lnTo>
                  <a:lnTo>
                    <a:pt x="1731263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6014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110"/>
              </a:spcBef>
            </a:pPr>
            <a:r>
              <a:rPr dirty="0" sz="3300" spc="130"/>
              <a:t>Methodology</a:t>
            </a:r>
            <a:endParaRPr sz="3300"/>
          </a:p>
        </p:txBody>
      </p:sp>
      <p:sp>
        <p:nvSpPr>
          <p:cNvPr id="6" name="object 6"/>
          <p:cNvSpPr/>
          <p:nvPr/>
        </p:nvSpPr>
        <p:spPr>
          <a:xfrm>
            <a:off x="792480" y="2328672"/>
            <a:ext cx="6437630" cy="24765"/>
          </a:xfrm>
          <a:custGeom>
            <a:avLst/>
            <a:gdLst/>
            <a:ahLst/>
            <a:cxnLst/>
            <a:rect l="l" t="t" r="r" b="b"/>
            <a:pathLst>
              <a:path w="6437630" h="24764">
                <a:moveTo>
                  <a:pt x="6437376" y="0"/>
                </a:moveTo>
                <a:lnTo>
                  <a:pt x="0" y="0"/>
                </a:lnTo>
                <a:lnTo>
                  <a:pt x="0" y="24384"/>
                </a:lnTo>
                <a:lnTo>
                  <a:pt x="6437376" y="24384"/>
                </a:lnTo>
                <a:lnTo>
                  <a:pt x="6437376" y="0"/>
                </a:lnTo>
                <a:close/>
              </a:path>
            </a:pathLst>
          </a:custGeom>
          <a:solidFill>
            <a:srgbClr val="FFBB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1304" y="2439161"/>
            <a:ext cx="6389370" cy="1167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00">
                <a:solidFill>
                  <a:srgbClr val="D3D3D1"/>
                </a:solidFill>
                <a:latin typeface="Calibri"/>
                <a:cs typeface="Calibri"/>
              </a:rPr>
              <a:t>Data</a:t>
            </a:r>
            <a:r>
              <a:rPr dirty="0" sz="1650" spc="1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85">
                <a:solidFill>
                  <a:srgbClr val="D3D3D1"/>
                </a:solidFill>
                <a:latin typeface="Calibri"/>
                <a:cs typeface="Calibri"/>
              </a:rPr>
              <a:t>Collection</a:t>
            </a:r>
            <a:r>
              <a:rPr dirty="0" sz="1650" spc="1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D3D3D1"/>
                </a:solidFill>
                <a:latin typeface="Calibri"/>
                <a:cs typeface="Calibri"/>
              </a:rPr>
              <a:t>&amp;</a:t>
            </a:r>
            <a:r>
              <a:rPr dirty="0" sz="16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90">
                <a:solidFill>
                  <a:srgbClr val="D3D3D1"/>
                </a:solidFill>
                <a:latin typeface="Calibri"/>
                <a:cs typeface="Calibri"/>
              </a:rPr>
              <a:t>Preprocessing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34600"/>
              </a:lnSpc>
              <a:spcBef>
                <a:spcPts val="700"/>
              </a:spcBef>
            </a:pP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Acq"iícd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datasct</a:t>
            </a:r>
            <a:r>
              <a:rPr dirty="0" sz="1300" spc="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ríom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Kagglc,</a:t>
            </a:r>
            <a:r>
              <a:rPr dirty="0" sz="13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pcíroímcd</a:t>
            </a:r>
            <a:r>
              <a:rPr dirty="0" sz="13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q"alitQ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ckccks,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D3D3D1"/>
                </a:solidFill>
                <a:latin typeface="Arial"/>
                <a:cs typeface="Arial"/>
              </a:rPr>
              <a:t>ícmo:cd</a:t>
            </a:r>
            <a:r>
              <a:rPr dirty="0" sz="13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d"plicatcs,</a:t>
            </a:r>
            <a:r>
              <a:rPr dirty="0" sz="130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30">
                <a:solidFill>
                  <a:srgbClr val="D3D3D1"/>
                </a:solidFill>
                <a:latin typeface="Arial"/>
                <a:cs typeface="Arial"/>
              </a:rPr>
              <a:t>bala⭲ccd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class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distíib"tio⭲,</a:t>
            </a:r>
            <a:r>
              <a:rPr dirty="0" sz="130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1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applicd</a:t>
            </a:r>
            <a:r>
              <a:rPr dirty="0" sz="13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65">
                <a:solidFill>
                  <a:srgbClr val="D3D3D1"/>
                </a:solidFill>
                <a:latin typeface="Arial"/>
                <a:cs typeface="Arial"/>
              </a:rPr>
              <a:t>a"gmc⭲tatio⭲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tcck⭲iq"cs</a:t>
            </a:r>
            <a:r>
              <a:rPr dirty="0" sz="130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95">
                <a:solidFill>
                  <a:srgbClr val="D3D3D1"/>
                </a:solidFill>
                <a:latin typeface="Arial"/>
                <a:cs typeface="Arial"/>
              </a:rPr>
              <a:t>i⭲cl"di⭲g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60">
                <a:solidFill>
                  <a:srgbClr val="D3D3D1"/>
                </a:solidFill>
                <a:latin typeface="Arial"/>
                <a:cs typeface="Arial"/>
              </a:rPr>
              <a:t>íotatio⭲,</a:t>
            </a:r>
            <a:r>
              <a:rPr dirty="0" sz="130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rlip, </a:t>
            </a:r>
            <a:r>
              <a:rPr dirty="0" sz="1300" spc="-35">
                <a:solidFill>
                  <a:srgbClr val="D3D3D1"/>
                </a:solidFill>
                <a:latin typeface="Arial"/>
                <a:cs typeface="Arial"/>
              </a:rPr>
              <a:t>bíigkt⭲css</a:t>
            </a:r>
            <a:r>
              <a:rPr dirty="0" sz="13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adj"stmc⭲t,</a:t>
            </a:r>
            <a:r>
              <a:rPr dirty="0" sz="13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1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zoom</a:t>
            </a:r>
            <a:r>
              <a:rPr dirty="0" sz="13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to </a:t>
            </a:r>
            <a:r>
              <a:rPr dirty="0" sz="1300" spc="-155">
                <a:solidFill>
                  <a:srgbClr val="D3D3D1"/>
                </a:solidFill>
                <a:latin typeface="Arial"/>
                <a:cs typeface="Arial"/>
              </a:rPr>
              <a:t>c⭲ka⭲cc</a:t>
            </a:r>
            <a:r>
              <a:rPr dirty="0" sz="130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3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íob"st⭲css.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1304" y="1630502"/>
            <a:ext cx="12426950" cy="683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6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dc:clopmc⭲t</a:t>
            </a:r>
            <a:r>
              <a:rPr dirty="0" sz="13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píoccss</a:t>
            </a:r>
            <a:r>
              <a:rPr dirty="0" sz="13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rollowcd</a:t>
            </a:r>
            <a:r>
              <a:rPr dirty="0" sz="130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a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sQstcmatic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six-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pkasc</a:t>
            </a:r>
            <a:r>
              <a:rPr dirty="0" sz="13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appíoack,</a:t>
            </a:r>
            <a:r>
              <a:rPr dirty="0" sz="13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0">
                <a:solidFill>
                  <a:srgbClr val="D3D3D1"/>
                </a:solidFill>
                <a:latin typeface="Arial"/>
                <a:cs typeface="Arial"/>
              </a:rPr>
              <a:t>c⭲s"íi⭲g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D3D3D1"/>
                </a:solidFill>
                <a:latin typeface="Arial"/>
                <a:cs typeface="Arial"/>
              </a:rPr>
              <a:t>íigoío"s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55">
                <a:solidFill>
                  <a:srgbClr val="D3D3D1"/>
                </a:solidFill>
                <a:latin typeface="Arial"/>
                <a:cs typeface="Arial"/>
              </a:rPr>
              <a:t>tcsti⭲g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1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D3D3D1"/>
                </a:solidFill>
                <a:latin typeface="Arial"/>
                <a:cs typeface="Arial"/>
              </a:rPr>
              <a:t>optimizatio⭲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at</a:t>
            </a:r>
            <a:r>
              <a:rPr dirty="0" sz="13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cack</a:t>
            </a:r>
            <a:r>
              <a:rPr dirty="0" sz="13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stagc</a:t>
            </a:r>
            <a:r>
              <a:rPr dirty="0" sz="13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ríom</a:t>
            </a:r>
            <a:r>
              <a:rPr dirty="0" sz="13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data</a:t>
            </a:r>
            <a:r>
              <a:rPr dirty="0" sz="13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40">
                <a:solidFill>
                  <a:srgbClr val="D3D3D1"/>
                </a:solidFill>
                <a:latin typeface="Arial"/>
                <a:cs typeface="Arial"/>
              </a:rPr>
              <a:t>pícpaíatio⭲</a:t>
            </a:r>
            <a:r>
              <a:rPr dirty="0" sz="13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D3D3D1"/>
                </a:solidFill>
                <a:latin typeface="Arial"/>
                <a:cs typeface="Arial"/>
              </a:rPr>
              <a:t>tkío"gk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 dcploQmc⭲t.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619240" algn="l"/>
              </a:tabLst>
            </a:pPr>
            <a:r>
              <a:rPr dirty="0" sz="1300" spc="-25">
                <a:solidFill>
                  <a:srgbClr val="D3D3D1"/>
                </a:solidFill>
                <a:latin typeface="Courier New"/>
                <a:cs typeface="Courier New"/>
              </a:rPr>
              <a:t>01</a:t>
            </a:r>
            <a:r>
              <a:rPr dirty="0" sz="1300">
                <a:solidFill>
                  <a:srgbClr val="D3D3D1"/>
                </a:solidFill>
                <a:latin typeface="Courier New"/>
                <a:cs typeface="Courier New"/>
              </a:rPr>
              <a:t>	</a:t>
            </a:r>
            <a:r>
              <a:rPr dirty="0" sz="1300" spc="-25">
                <a:solidFill>
                  <a:srgbClr val="D3D3D1"/>
                </a:solidFill>
                <a:latin typeface="Courier New"/>
                <a:cs typeface="Courier New"/>
              </a:rPr>
              <a:t>02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00543" y="2328672"/>
            <a:ext cx="6437630" cy="24765"/>
          </a:xfrm>
          <a:custGeom>
            <a:avLst/>
            <a:gdLst/>
            <a:ahLst/>
            <a:cxnLst/>
            <a:rect l="l" t="t" r="r" b="b"/>
            <a:pathLst>
              <a:path w="6437630" h="24764">
                <a:moveTo>
                  <a:pt x="6437375" y="0"/>
                </a:moveTo>
                <a:lnTo>
                  <a:pt x="0" y="0"/>
                </a:lnTo>
                <a:lnTo>
                  <a:pt x="0" y="24384"/>
                </a:lnTo>
                <a:lnTo>
                  <a:pt x="6437375" y="24384"/>
                </a:lnTo>
                <a:lnTo>
                  <a:pt x="6437375" y="0"/>
                </a:lnTo>
                <a:close/>
              </a:path>
            </a:pathLst>
          </a:custGeom>
          <a:solidFill>
            <a:srgbClr val="FFBB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88479" y="2439161"/>
            <a:ext cx="6382385" cy="1167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650" spc="55">
                <a:solidFill>
                  <a:srgbClr val="D3D3D1"/>
                </a:solidFill>
                <a:latin typeface="Calibri"/>
                <a:cs typeface="Calibri"/>
              </a:rPr>
              <a:t>Model</a:t>
            </a:r>
            <a:r>
              <a:rPr dirty="0" sz="165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95">
                <a:solidFill>
                  <a:srgbClr val="D3D3D1"/>
                </a:solidFill>
                <a:latin typeface="Calibri"/>
                <a:cs typeface="Calibri"/>
              </a:rPr>
              <a:t>Design</a:t>
            </a:r>
            <a:r>
              <a:rPr dirty="0" sz="1650" spc="1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100">
                <a:solidFill>
                  <a:srgbClr val="D3D3D1"/>
                </a:solidFill>
                <a:latin typeface="Calibri"/>
                <a:cs typeface="Calibri"/>
              </a:rPr>
              <a:t>using</a:t>
            </a:r>
            <a:r>
              <a:rPr dirty="0" sz="16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130">
                <a:solidFill>
                  <a:srgbClr val="D3D3D1"/>
                </a:solidFill>
                <a:latin typeface="Calibri"/>
                <a:cs typeface="Calibri"/>
              </a:rPr>
              <a:t>CNN</a:t>
            </a:r>
            <a:r>
              <a:rPr dirty="0" sz="1650" spc="1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70">
                <a:solidFill>
                  <a:srgbClr val="D3D3D1"/>
                </a:solidFill>
                <a:latin typeface="Calibri"/>
                <a:cs typeface="Calibri"/>
              </a:rPr>
              <a:t>Architecture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ct val="134600"/>
              </a:lnSpc>
              <a:spcBef>
                <a:spcPts val="700"/>
              </a:spcBef>
            </a:pPr>
            <a:r>
              <a:rPr dirty="0" sz="1300" spc="-75">
                <a:solidFill>
                  <a:srgbClr val="D3D3D1"/>
                </a:solidFill>
                <a:latin typeface="Arial"/>
                <a:cs typeface="Arial"/>
              </a:rPr>
              <a:t>Kcsig⭲cd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D3D3D1"/>
                </a:solidFill>
                <a:latin typeface="Arial"/>
                <a:cs typeface="Arial"/>
              </a:rPr>
              <a:t>c"stom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D3D3D1"/>
                </a:solidFill>
                <a:latin typeface="Arial"/>
                <a:cs typeface="Arial"/>
              </a:rPr>
              <a:t>co⭲:ol"tio⭲al </a:t>
            </a:r>
            <a:r>
              <a:rPr dirty="0" sz="1300" spc="-50">
                <a:solidFill>
                  <a:srgbClr val="D3D3D1"/>
                </a:solidFill>
                <a:latin typeface="Arial"/>
                <a:cs typeface="Arial"/>
              </a:rPr>
              <a:t>⭲c"íal</a:t>
            </a:r>
            <a:r>
              <a:rPr dirty="0" sz="13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65">
                <a:solidFill>
                  <a:srgbClr val="D3D3D1"/>
                </a:solidFill>
                <a:latin typeface="Arial"/>
                <a:cs typeface="Arial"/>
              </a:rPr>
              <a:t>⭲ctwoík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 witk </a:t>
            </a:r>
            <a:r>
              <a:rPr dirty="0" sz="1300" spc="50">
                <a:solidFill>
                  <a:srgbClr val="D3D3D1"/>
                </a:solidFill>
                <a:latin typeface="Arial"/>
                <a:cs typeface="Arial"/>
              </a:rPr>
              <a:t>m"ltiplc</a:t>
            </a:r>
            <a:r>
              <a:rPr dirty="0" sz="13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D3D3D1"/>
                </a:solidFill>
                <a:latin typeface="Arial"/>
                <a:cs typeface="Arial"/>
              </a:rPr>
              <a:t>co⭲:ol"tio⭲al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60">
                <a:solidFill>
                  <a:srgbClr val="D3D3D1"/>
                </a:solidFill>
                <a:latin typeface="Arial"/>
                <a:cs typeface="Arial"/>
              </a:rPr>
              <a:t>laQcís,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 max-</a:t>
            </a:r>
            <a:r>
              <a:rPr dirty="0" sz="1300" spc="-90">
                <a:solidFill>
                  <a:srgbClr val="D3D3D1"/>
                </a:solidFill>
                <a:latin typeface="Arial"/>
                <a:cs typeface="Arial"/>
              </a:rPr>
              <a:t>pooli⭲g</a:t>
            </a:r>
            <a:r>
              <a:rPr dirty="0" sz="13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D3D3D1"/>
                </a:solidFill>
                <a:latin typeface="Arial"/>
                <a:cs typeface="Arial"/>
              </a:rPr>
              <a:t>opcíatio⭲s,</a:t>
            </a:r>
            <a:r>
              <a:rPr dirty="0" sz="130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D3D3D1"/>
                </a:solidFill>
                <a:latin typeface="Arial"/>
                <a:cs typeface="Arial"/>
              </a:rPr>
              <a:t>díopo"t</a:t>
            </a:r>
            <a:r>
              <a:rPr dirty="0" sz="130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ícg"laíizatio⭲,</a:t>
            </a:r>
            <a:r>
              <a:rPr dirty="0" sz="13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8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1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20">
                <a:solidFill>
                  <a:srgbClr val="D3D3D1"/>
                </a:solidFill>
                <a:latin typeface="Arial"/>
                <a:cs typeface="Arial"/>
              </a:rPr>
              <a:t>dc⭲sc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D3D3D1"/>
                </a:solidFill>
                <a:latin typeface="Arial"/>
                <a:cs typeface="Arial"/>
              </a:rPr>
              <a:t>laQcís.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D3D3D1"/>
                </a:solidFill>
                <a:latin typeface="Arial"/>
                <a:cs typeface="Arial"/>
              </a:rPr>
              <a:t>Aíckitcct"íc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optimizcd</a:t>
            </a:r>
            <a:r>
              <a:rPr dirty="0" sz="13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roí </a:t>
            </a:r>
            <a:r>
              <a:rPr dirty="0" sz="1300" spc="-165">
                <a:solidFill>
                  <a:srgbClr val="D3D3D1"/>
                </a:solidFill>
                <a:latin typeface="Arial"/>
                <a:cs typeface="Arial"/>
              </a:rPr>
              <a:t>bi⭲aíQ</a:t>
            </a:r>
            <a:r>
              <a:rPr dirty="0" sz="13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D3D3D1"/>
                </a:solidFill>
                <a:latin typeface="Arial"/>
                <a:cs typeface="Arial"/>
              </a:rPr>
              <a:t>classiricatio⭲</a:t>
            </a:r>
            <a:r>
              <a:rPr dirty="0" sz="13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sigmoid</a:t>
            </a:r>
            <a:r>
              <a:rPr dirty="0" sz="13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acti:atio⭲</a:t>
            </a:r>
            <a:r>
              <a:rPr dirty="0" sz="13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8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105">
                <a:solidFill>
                  <a:srgbClr val="D3D3D1"/>
                </a:solidFill>
                <a:latin typeface="Arial"/>
                <a:cs typeface="Arial"/>
              </a:rPr>
              <a:t>o"tp"t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laQcí.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1304" y="3954907"/>
            <a:ext cx="22097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D3D3D1"/>
                </a:solidFill>
                <a:latin typeface="Courier New"/>
                <a:cs typeface="Courier New"/>
              </a:rPr>
              <a:t>03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2480" y="4194047"/>
            <a:ext cx="6437630" cy="21590"/>
          </a:xfrm>
          <a:custGeom>
            <a:avLst/>
            <a:gdLst/>
            <a:ahLst/>
            <a:cxnLst/>
            <a:rect l="l" t="t" r="r" b="b"/>
            <a:pathLst>
              <a:path w="6437630" h="21589">
                <a:moveTo>
                  <a:pt x="6437376" y="0"/>
                </a:moveTo>
                <a:lnTo>
                  <a:pt x="0" y="0"/>
                </a:lnTo>
                <a:lnTo>
                  <a:pt x="0" y="21336"/>
                </a:lnTo>
                <a:lnTo>
                  <a:pt x="6437376" y="21336"/>
                </a:lnTo>
                <a:lnTo>
                  <a:pt x="6437376" y="0"/>
                </a:lnTo>
                <a:close/>
              </a:path>
            </a:pathLst>
          </a:custGeom>
          <a:solidFill>
            <a:srgbClr val="FFBB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1304" y="4302709"/>
            <a:ext cx="6256655" cy="1167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50">
                <a:solidFill>
                  <a:srgbClr val="D3D3D1"/>
                </a:solidFill>
                <a:latin typeface="Calibri"/>
                <a:cs typeface="Calibri"/>
              </a:rPr>
              <a:t>Model</a:t>
            </a:r>
            <a:r>
              <a:rPr dirty="0" sz="1650" spc="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90">
                <a:solidFill>
                  <a:srgbClr val="D3D3D1"/>
                </a:solidFill>
                <a:latin typeface="Calibri"/>
                <a:cs typeface="Calibri"/>
              </a:rPr>
              <a:t>Training</a:t>
            </a:r>
            <a:r>
              <a:rPr dirty="0" sz="16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100">
                <a:solidFill>
                  <a:srgbClr val="D3D3D1"/>
                </a:solidFill>
                <a:latin typeface="Calibri"/>
                <a:cs typeface="Calibri"/>
              </a:rPr>
              <a:t>using</a:t>
            </a:r>
            <a:r>
              <a:rPr dirty="0" sz="1650" spc="4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95">
                <a:solidFill>
                  <a:srgbClr val="D3D3D1"/>
                </a:solidFill>
                <a:latin typeface="Calibri"/>
                <a:cs typeface="Calibri"/>
              </a:rPr>
              <a:t>TensorFlow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34700"/>
              </a:lnSpc>
              <a:spcBef>
                <a:spcPts val="705"/>
              </a:spcBef>
            </a:pP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Compilcd</a:t>
            </a:r>
            <a:r>
              <a:rPr dirty="0" sz="13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witk Adam</a:t>
            </a:r>
            <a:r>
              <a:rPr dirty="0" sz="1300" spc="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optimizcí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1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65">
                <a:solidFill>
                  <a:srgbClr val="D3D3D1"/>
                </a:solidFill>
                <a:latin typeface="Arial"/>
                <a:cs typeface="Arial"/>
              </a:rPr>
              <a:t>bi⭲aíQ</a:t>
            </a:r>
            <a:r>
              <a:rPr dirty="0" sz="13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cíoss-</a:t>
            </a:r>
            <a:r>
              <a:rPr dirty="0" sz="1300" spc="-120">
                <a:solidFill>
                  <a:srgbClr val="D3D3D1"/>
                </a:solidFill>
                <a:latin typeface="Arial"/>
                <a:cs typeface="Arial"/>
              </a:rPr>
              <a:t>c⭲tíopQ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loss</a:t>
            </a:r>
            <a:r>
              <a:rPr dirty="0" sz="13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0">
                <a:solidFill>
                  <a:srgbClr val="D3D3D1"/>
                </a:solidFill>
                <a:latin typeface="Arial"/>
                <a:cs typeface="Arial"/>
              </a:rPr>
              <a:t>r"⭲ctio⭲.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 ľíai⭲cd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3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20</a:t>
            </a:r>
            <a:r>
              <a:rPr dirty="0" sz="13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cpocks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3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batck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sizc</a:t>
            </a:r>
            <a:r>
              <a:rPr dirty="0" sz="13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or</a:t>
            </a:r>
            <a:r>
              <a:rPr dirty="0" sz="13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D3D3D1"/>
                </a:solidFill>
                <a:latin typeface="Arial"/>
                <a:cs typeface="Arial"/>
              </a:rPr>
              <a:t>«2,</a:t>
            </a:r>
            <a:r>
              <a:rPr dirty="0" sz="13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80">
                <a:solidFill>
                  <a:srgbClr val="D3D3D1"/>
                </a:solidFill>
                <a:latin typeface="Arial"/>
                <a:cs typeface="Arial"/>
              </a:rPr>
              <a:t>implcmc⭲ti⭲g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D3D3D1"/>
                </a:solidFill>
                <a:latin typeface="Arial"/>
                <a:cs typeface="Arial"/>
              </a:rPr>
              <a:t>caílQ</a:t>
            </a:r>
            <a:r>
              <a:rPr dirty="0" sz="13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D3D3D1"/>
                </a:solidFill>
                <a:latin typeface="Arial"/>
                <a:cs typeface="Arial"/>
              </a:rPr>
              <a:t>stoppi⭲g</a:t>
            </a:r>
            <a:r>
              <a:rPr dirty="0" sz="13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1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35">
                <a:solidFill>
                  <a:srgbClr val="D3D3D1"/>
                </a:solidFill>
                <a:latin typeface="Arial"/>
                <a:cs typeface="Arial"/>
              </a:rPr>
              <a:t>lcaí⭲i⭲g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íatc ícd"ctio⭲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callbacks</a:t>
            </a:r>
            <a:r>
              <a:rPr dirty="0" sz="13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píc:c⭲t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o:círitti⭲g.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88479" y="3954907"/>
            <a:ext cx="22097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D3D3D1"/>
                </a:solidFill>
                <a:latin typeface="Courier New"/>
                <a:cs typeface="Courier New"/>
              </a:rPr>
              <a:t>04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400543" y="4194047"/>
            <a:ext cx="6437630" cy="21590"/>
          </a:xfrm>
          <a:custGeom>
            <a:avLst/>
            <a:gdLst/>
            <a:ahLst/>
            <a:cxnLst/>
            <a:rect l="l" t="t" r="r" b="b"/>
            <a:pathLst>
              <a:path w="6437630" h="21589">
                <a:moveTo>
                  <a:pt x="6437375" y="0"/>
                </a:moveTo>
                <a:lnTo>
                  <a:pt x="0" y="0"/>
                </a:lnTo>
                <a:lnTo>
                  <a:pt x="0" y="21336"/>
                </a:lnTo>
                <a:lnTo>
                  <a:pt x="6437375" y="21336"/>
                </a:lnTo>
                <a:lnTo>
                  <a:pt x="6437375" y="0"/>
                </a:lnTo>
                <a:close/>
              </a:path>
            </a:pathLst>
          </a:custGeom>
          <a:solidFill>
            <a:srgbClr val="FFBB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388479" y="4302709"/>
            <a:ext cx="6115685" cy="1167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650" spc="95">
                <a:solidFill>
                  <a:srgbClr val="D3D3D1"/>
                </a:solidFill>
                <a:latin typeface="Calibri"/>
                <a:cs typeface="Calibri"/>
              </a:rPr>
              <a:t>Evaluation</a:t>
            </a:r>
            <a:r>
              <a:rPr dirty="0" sz="1650" spc="1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D3D3D1"/>
                </a:solidFill>
                <a:latin typeface="Calibri"/>
                <a:cs typeface="Calibri"/>
              </a:rPr>
              <a:t>&amp;</a:t>
            </a:r>
            <a:r>
              <a:rPr dirty="0" sz="1650" spc="4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110">
                <a:solidFill>
                  <a:srgbClr val="D3D3D1"/>
                </a:solidFill>
                <a:latin typeface="Calibri"/>
                <a:cs typeface="Calibri"/>
              </a:rPr>
              <a:t>Accuracy</a:t>
            </a:r>
            <a:r>
              <a:rPr dirty="0" sz="1650" spc="-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90">
                <a:solidFill>
                  <a:srgbClr val="D3D3D1"/>
                </a:solidFill>
                <a:latin typeface="Calibri"/>
                <a:cs typeface="Calibri"/>
              </a:rPr>
              <a:t>Testing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ct val="134700"/>
              </a:lnSpc>
              <a:spcBef>
                <a:spcPts val="705"/>
              </a:spcBef>
            </a:pP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E:al"atcd</a:t>
            </a:r>
            <a:r>
              <a:rPr dirty="0" sz="1300" spc="-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D3D3D1"/>
                </a:solidFill>
                <a:latin typeface="Arial"/>
                <a:cs typeface="Arial"/>
              </a:rPr>
              <a:t>pcíroíma⭲cc</a:t>
            </a:r>
            <a:r>
              <a:rPr dirty="0" sz="130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530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300" spc="4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D3D3D1"/>
                </a:solidFill>
                <a:latin typeface="Arial"/>
                <a:cs typeface="Arial"/>
              </a:rPr>
              <a:t>koldo"t</a:t>
            </a:r>
            <a:r>
              <a:rPr dirty="0" sz="1300" spc="-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tcst sct </a:t>
            </a:r>
            <a:r>
              <a:rPr dirty="0" sz="1300" spc="-70">
                <a:solidFill>
                  <a:srgbClr val="D3D3D1"/>
                </a:solidFill>
                <a:latin typeface="Arial"/>
                <a:cs typeface="Arial"/>
              </a:rPr>
              <a:t>"si⭲g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acc"íacQ,</a:t>
            </a:r>
            <a:r>
              <a:rPr dirty="0" sz="1300" spc="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55">
                <a:solidFill>
                  <a:srgbClr val="D3D3D1"/>
                </a:solidFill>
                <a:latin typeface="Arial"/>
                <a:cs typeface="Arial"/>
              </a:rPr>
              <a:t>píccisio⭲,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 íccall,</a:t>
            </a:r>
            <a:r>
              <a:rPr dirty="0" sz="1300" spc="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9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1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75">
                <a:solidFill>
                  <a:srgbClr val="D3D3D1"/>
                </a:solidFill>
                <a:latin typeface="Arial"/>
                <a:cs typeface="Arial"/>
              </a:rPr>
              <a:t>I1-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scoíc</a:t>
            </a:r>
            <a:r>
              <a:rPr dirty="0" sz="130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mctíics.</a:t>
            </a:r>
            <a:r>
              <a:rPr dirty="0" sz="130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60">
                <a:solidFill>
                  <a:srgbClr val="D3D3D1"/>
                </a:solidFill>
                <a:latin typeface="Arial"/>
                <a:cs typeface="Arial"/>
              </a:rPr>
              <a:t>Gc⭲cíatcd</a:t>
            </a:r>
            <a:r>
              <a:rPr dirty="0" sz="130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10">
                <a:solidFill>
                  <a:srgbClr val="D3D3D1"/>
                </a:solidFill>
                <a:latin typeface="Arial"/>
                <a:cs typeface="Arial"/>
              </a:rPr>
              <a:t>co⭲r"sio⭲</a:t>
            </a:r>
            <a:r>
              <a:rPr dirty="0" sz="13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matíix</a:t>
            </a:r>
            <a:r>
              <a:rPr dirty="0" sz="1300" spc="1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9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1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60">
                <a:solidFill>
                  <a:srgbClr val="D3D3D1"/>
                </a:solidFill>
                <a:latin typeface="Arial"/>
                <a:cs typeface="Arial"/>
              </a:rPr>
              <a:t>ROC</a:t>
            </a:r>
            <a:r>
              <a:rPr dirty="0" sz="130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105">
                <a:solidFill>
                  <a:srgbClr val="D3D3D1"/>
                </a:solidFill>
                <a:latin typeface="Arial"/>
                <a:cs typeface="Arial"/>
              </a:rPr>
              <a:t>c"í:cs</a:t>
            </a:r>
            <a:r>
              <a:rPr dirty="0" sz="13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3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asscss</a:t>
            </a:r>
            <a:r>
              <a:rPr dirty="0" sz="1300" spc="1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classiricatio⭲ q"alitQ</a:t>
            </a:r>
            <a:r>
              <a:rPr dirty="0" sz="13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13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botk</a:t>
            </a:r>
            <a:r>
              <a:rPr dirty="0" sz="13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classcs.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1304" y="5818759"/>
            <a:ext cx="22097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D3D3D1"/>
                </a:solidFill>
                <a:latin typeface="Courier New"/>
                <a:cs typeface="Courier New"/>
              </a:rPr>
              <a:t>05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2480" y="6056376"/>
            <a:ext cx="6437630" cy="24765"/>
          </a:xfrm>
          <a:custGeom>
            <a:avLst/>
            <a:gdLst/>
            <a:ahLst/>
            <a:cxnLst/>
            <a:rect l="l" t="t" r="r" b="b"/>
            <a:pathLst>
              <a:path w="6437630" h="24764">
                <a:moveTo>
                  <a:pt x="6437376" y="0"/>
                </a:moveTo>
                <a:lnTo>
                  <a:pt x="0" y="0"/>
                </a:lnTo>
                <a:lnTo>
                  <a:pt x="0" y="24384"/>
                </a:lnTo>
                <a:lnTo>
                  <a:pt x="6437376" y="24384"/>
                </a:lnTo>
                <a:lnTo>
                  <a:pt x="6437376" y="0"/>
                </a:lnTo>
                <a:close/>
              </a:path>
            </a:pathLst>
          </a:custGeom>
          <a:solidFill>
            <a:srgbClr val="FFBB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81304" y="6167120"/>
            <a:ext cx="5976620" cy="1167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650" spc="95">
                <a:solidFill>
                  <a:srgbClr val="D3D3D1"/>
                </a:solidFill>
                <a:latin typeface="Calibri"/>
                <a:cs typeface="Calibri"/>
              </a:rPr>
              <a:t>Integration</a:t>
            </a:r>
            <a:r>
              <a:rPr dirty="0" sz="1650" spc="2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80">
                <a:solidFill>
                  <a:srgbClr val="D3D3D1"/>
                </a:solidFill>
                <a:latin typeface="Calibri"/>
                <a:cs typeface="Calibri"/>
              </a:rPr>
              <a:t>with</a:t>
            </a:r>
            <a:r>
              <a:rPr dirty="0" sz="16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125">
                <a:solidFill>
                  <a:srgbClr val="D3D3D1"/>
                </a:solidFill>
                <a:latin typeface="Calibri"/>
                <a:cs typeface="Calibri"/>
              </a:rPr>
              <a:t>Real-</a:t>
            </a:r>
            <a:r>
              <a:rPr dirty="0" sz="1650" spc="80">
                <a:solidFill>
                  <a:srgbClr val="D3D3D1"/>
                </a:solidFill>
                <a:latin typeface="Calibri"/>
                <a:cs typeface="Calibri"/>
              </a:rPr>
              <a:t>time</a:t>
            </a:r>
            <a:r>
              <a:rPr dirty="0" sz="1650" spc="-1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95">
                <a:solidFill>
                  <a:srgbClr val="D3D3D1"/>
                </a:solidFill>
                <a:latin typeface="Calibri"/>
                <a:cs typeface="Calibri"/>
              </a:rPr>
              <a:t>Webcam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ct val="134600"/>
              </a:lnSpc>
              <a:spcBef>
                <a:spcPts val="705"/>
              </a:spcBef>
            </a:pPr>
            <a:r>
              <a:rPr dirty="0" sz="1300" spc="-40">
                <a:solidFill>
                  <a:srgbClr val="D3D3D1"/>
                </a:solidFill>
                <a:latin typeface="Arial"/>
                <a:cs typeface="Arial"/>
              </a:rPr>
              <a:t>I⭲tcgíatcd</a:t>
            </a:r>
            <a:r>
              <a:rPr dirty="0" sz="130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D3D3D1"/>
                </a:solidFill>
                <a:latin typeface="Arial"/>
                <a:cs typeface="Arial"/>
              </a:rPr>
              <a:t>tíai⭲cd</a:t>
            </a:r>
            <a:r>
              <a:rPr dirty="0" sz="13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3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witk </a:t>
            </a:r>
            <a:r>
              <a:rPr dirty="0" sz="1300" spc="-114">
                <a:solidFill>
                  <a:srgbClr val="D3D3D1"/>
                </a:solidFill>
                <a:latin typeface="Arial"/>
                <a:cs typeface="Arial"/>
              </a:rPr>
              <a:t>Opc⭲CV's</a:t>
            </a:r>
            <a:r>
              <a:rPr dirty="0" sz="130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D3D3D1"/>
                </a:solidFill>
                <a:latin typeface="Arial"/>
                <a:cs typeface="Arial"/>
              </a:rPr>
              <a:t>:idco</a:t>
            </a:r>
            <a:r>
              <a:rPr dirty="0" sz="1300" spc="55">
                <a:solidFill>
                  <a:srgbClr val="D3D3D1"/>
                </a:solidFill>
                <a:latin typeface="Arial"/>
                <a:cs typeface="Arial"/>
              </a:rPr>
              <a:t> capt"íc</a:t>
            </a:r>
            <a:r>
              <a:rPr dirty="0" sz="13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5">
                <a:solidFill>
                  <a:srgbClr val="D3D3D1"/>
                </a:solidFill>
                <a:latin typeface="Arial"/>
                <a:cs typeface="Arial"/>
              </a:rPr>
              <a:t>r"⭲ctio⭲alitQ,</a:t>
            </a:r>
            <a:r>
              <a:rPr dirty="0" sz="13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D3D3D1"/>
                </a:solidFill>
                <a:latin typeface="Arial"/>
                <a:cs typeface="Arial"/>
              </a:rPr>
              <a:t>implcmc⭲ti⭲g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ríamc-</a:t>
            </a:r>
            <a:r>
              <a:rPr dirty="0" sz="1300" spc="-170">
                <a:solidFill>
                  <a:srgbClr val="D3D3D1"/>
                </a:solidFill>
                <a:latin typeface="Arial"/>
                <a:cs typeface="Arial"/>
              </a:rPr>
              <a:t>bQ-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ríamc</a:t>
            </a:r>
            <a:r>
              <a:rPr dirty="0" sz="13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D3D3D1"/>
                </a:solidFill>
                <a:latin typeface="Arial"/>
                <a:cs typeface="Arial"/>
              </a:rPr>
              <a:t>píoccssi⭲g</a:t>
            </a:r>
            <a:r>
              <a:rPr dirty="0" sz="13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D3D3D1"/>
                </a:solidFill>
                <a:latin typeface="Arial"/>
                <a:cs typeface="Arial"/>
              </a:rPr>
              <a:t>pipcli⭲c</a:t>
            </a:r>
            <a:r>
              <a:rPr dirty="0" sz="13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3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racc</a:t>
            </a:r>
            <a:r>
              <a:rPr dirty="0" sz="130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45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3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8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1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D3D3D1"/>
                </a:solidFill>
                <a:latin typeface="Arial"/>
                <a:cs typeface="Arial"/>
              </a:rPr>
              <a:t>classiricatio⭲</a:t>
            </a:r>
            <a:r>
              <a:rPr dirty="0" sz="1300" spc="8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o:cílaQ displaQ.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8479" y="5818759"/>
            <a:ext cx="22097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D3D3D1"/>
                </a:solidFill>
                <a:latin typeface="Courier New"/>
                <a:cs typeface="Courier New"/>
              </a:rPr>
              <a:t>06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00543" y="6056376"/>
            <a:ext cx="6437630" cy="24765"/>
          </a:xfrm>
          <a:custGeom>
            <a:avLst/>
            <a:gdLst/>
            <a:ahLst/>
            <a:cxnLst/>
            <a:rect l="l" t="t" r="r" b="b"/>
            <a:pathLst>
              <a:path w="6437630" h="24764">
                <a:moveTo>
                  <a:pt x="6437375" y="0"/>
                </a:moveTo>
                <a:lnTo>
                  <a:pt x="0" y="0"/>
                </a:lnTo>
                <a:lnTo>
                  <a:pt x="0" y="24384"/>
                </a:lnTo>
                <a:lnTo>
                  <a:pt x="6437375" y="24384"/>
                </a:lnTo>
                <a:lnTo>
                  <a:pt x="6437375" y="0"/>
                </a:lnTo>
                <a:close/>
              </a:path>
            </a:pathLst>
          </a:custGeom>
          <a:solidFill>
            <a:srgbClr val="FFBB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388479" y="6167120"/>
            <a:ext cx="6360795" cy="1167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90">
                <a:solidFill>
                  <a:srgbClr val="D3D3D1"/>
                </a:solidFill>
                <a:latin typeface="Calibri"/>
                <a:cs typeface="Calibri"/>
              </a:rPr>
              <a:t>Deployment</a:t>
            </a:r>
            <a:r>
              <a:rPr dirty="0" sz="1650" spc="-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50">
                <a:solidFill>
                  <a:srgbClr val="D3D3D1"/>
                </a:solidFill>
                <a:latin typeface="Calibri"/>
                <a:cs typeface="Calibri"/>
              </a:rPr>
              <a:t>for</a:t>
            </a:r>
            <a:r>
              <a:rPr dirty="0" sz="1650" spc="3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100">
                <a:solidFill>
                  <a:srgbClr val="D3D3D1"/>
                </a:solidFill>
                <a:latin typeface="Calibri"/>
                <a:cs typeface="Calibri"/>
              </a:rPr>
              <a:t>Practical</a:t>
            </a:r>
            <a:r>
              <a:rPr dirty="0" sz="1650" spc="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650" spc="75">
                <a:solidFill>
                  <a:srgbClr val="D3D3D1"/>
                </a:solidFill>
                <a:latin typeface="Calibri"/>
                <a:cs typeface="Calibri"/>
              </a:rPr>
              <a:t>Use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34600"/>
              </a:lnSpc>
              <a:spcBef>
                <a:spcPts val="705"/>
              </a:spcBef>
            </a:pP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Packagcd</a:t>
            </a:r>
            <a:r>
              <a:rPr dirty="0" sz="130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30">
                <a:solidFill>
                  <a:srgbClr val="D3D3D1"/>
                </a:solidFill>
                <a:latin typeface="Arial"/>
                <a:cs typeface="Arial"/>
              </a:rPr>
              <a:t>sol"tio⭲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as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114">
                <a:solidFill>
                  <a:srgbClr val="D3D3D1"/>
                </a:solidFill>
                <a:latin typeface="Arial"/>
                <a:cs typeface="Arial"/>
              </a:rPr>
              <a:t>sta⭲dalo⭲c</a:t>
            </a:r>
            <a:r>
              <a:rPr dirty="0" sz="13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D3D3D1"/>
                </a:solidFill>
                <a:latin typeface="Arial"/>
                <a:cs typeface="Arial"/>
              </a:rPr>
              <a:t>applicatio⭲</a:t>
            </a:r>
            <a:r>
              <a:rPr dirty="0" sz="13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D3D3D1"/>
                </a:solidFill>
                <a:latin typeface="Arial"/>
                <a:cs typeface="Arial"/>
              </a:rPr>
              <a:t>"scí-</a:t>
            </a:r>
            <a:r>
              <a:rPr dirty="0" sz="1300" spc="-110">
                <a:solidFill>
                  <a:srgbClr val="D3D3D1"/>
                </a:solidFill>
                <a:latin typeface="Arial"/>
                <a:cs typeface="Arial"/>
              </a:rPr>
              <a:t>ríic⭲dlQ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55">
                <a:solidFill>
                  <a:srgbClr val="D3D3D1"/>
                </a:solidFill>
                <a:latin typeface="Arial"/>
                <a:cs typeface="Arial"/>
              </a:rPr>
              <a:t>i⭲tcíracc,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tcstcd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 acíoss </a:t>
            </a:r>
            <a:r>
              <a:rPr dirty="0" sz="1300" spc="-40">
                <a:solidFill>
                  <a:srgbClr val="D3D3D1"/>
                </a:solidFill>
                <a:latin typeface="Arial"/>
                <a:cs typeface="Arial"/>
              </a:rPr>
              <a:t>dirrcíc⭲t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3D3D1"/>
                </a:solidFill>
                <a:latin typeface="Arial"/>
                <a:cs typeface="Arial"/>
              </a:rPr>
              <a:t>kaídwaíc</a:t>
            </a:r>
            <a:r>
              <a:rPr dirty="0" sz="130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60">
                <a:solidFill>
                  <a:srgbClr val="D3D3D1"/>
                </a:solidFill>
                <a:latin typeface="Arial"/>
                <a:cs typeface="Arial"/>
              </a:rPr>
              <a:t>co⭲rig"íatio⭲s,</a:t>
            </a:r>
            <a:r>
              <a:rPr dirty="0" sz="130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1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doc"mc⭲tcd</a:t>
            </a:r>
            <a:r>
              <a:rPr dirty="0" sz="13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D3D3D1"/>
                </a:solidFill>
                <a:latin typeface="Arial"/>
                <a:cs typeface="Arial"/>
              </a:rPr>
              <a:t>dcploQmc⭲t</a:t>
            </a:r>
            <a:r>
              <a:rPr dirty="0" sz="13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45">
                <a:solidFill>
                  <a:srgbClr val="D3D3D1"/>
                </a:solidFill>
                <a:latin typeface="Arial"/>
                <a:cs typeface="Arial"/>
              </a:rPr>
              <a:t>píoccd"ícs</a:t>
            </a:r>
            <a:r>
              <a:rPr dirty="0" sz="13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roí </a:t>
            </a:r>
            <a:r>
              <a:rPr dirty="0" sz="1300" spc="-20">
                <a:solidFill>
                  <a:srgbClr val="D3D3D1"/>
                </a:solidFill>
                <a:latin typeface="Arial"/>
                <a:cs typeface="Arial"/>
              </a:rPr>
              <a:t>píod"ctio⭲ </a:t>
            </a:r>
            <a:r>
              <a:rPr dirty="0" sz="1300" spc="-25">
                <a:solidFill>
                  <a:srgbClr val="D3D3D1"/>
                </a:solidFill>
                <a:latin typeface="Arial"/>
                <a:cs typeface="Arial"/>
              </a:rPr>
              <a:t>c⭲:iío⭲mc⭲ts.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222" y="346024"/>
            <a:ext cx="6120130" cy="466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70">
                <a:solidFill>
                  <a:srgbClr val="F3F3F1"/>
                </a:solidFill>
                <a:latin typeface="Calibri"/>
                <a:cs typeface="Calibri"/>
              </a:rPr>
              <a:t>Performance </a:t>
            </a:r>
            <a:r>
              <a:rPr dirty="0" sz="1400" spc="35">
                <a:solidFill>
                  <a:srgbClr val="F3F3F1"/>
                </a:solidFill>
                <a:latin typeface="Calibri"/>
                <a:cs typeface="Calibri"/>
              </a:rPr>
              <a:t>Metrics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5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racc</a:t>
            </a:r>
            <a:r>
              <a:rPr dirty="0" sz="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5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5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dcmo⭲stíatcs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cxccptio⭲al</a:t>
            </a:r>
            <a:r>
              <a:rPr dirty="0" sz="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pcíroíma⭲cc</a:t>
            </a:r>
            <a:r>
              <a:rPr dirty="0" sz="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all</a:t>
            </a:r>
            <a:r>
              <a:rPr dirty="0" sz="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c:al"atio⭲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mctíics,</a:t>
            </a:r>
            <a:r>
              <a:rPr dirty="0" sz="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:alidati⭲g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its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5">
                <a:solidFill>
                  <a:srgbClr val="D3D3D1"/>
                </a:solidFill>
                <a:latin typeface="Arial"/>
                <a:cs typeface="Arial"/>
              </a:rPr>
              <a:t>ícadi⭲css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ícal-woíld</a:t>
            </a:r>
            <a:r>
              <a:rPr dirty="0" sz="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35">
                <a:solidFill>
                  <a:srgbClr val="D3D3D1"/>
                </a:solidFill>
                <a:latin typeface="Arial"/>
                <a:cs typeface="Arial"/>
              </a:rPr>
              <a:t>dcploQmc⭲t</a:t>
            </a:r>
            <a:r>
              <a:rPr dirty="0" sz="5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20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cíitical</a:t>
            </a:r>
            <a:r>
              <a:rPr dirty="0" sz="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p"blic kcaltk</a:t>
            </a:r>
            <a:r>
              <a:rPr dirty="0" sz="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40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scc⭲aíios.</a:t>
            </a:r>
            <a:endParaRPr sz="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67910" y="1313814"/>
            <a:ext cx="407034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160">
                <a:solidFill>
                  <a:srgbClr val="D3D3D1"/>
                </a:solidFill>
                <a:latin typeface="Calibri"/>
                <a:cs typeface="Calibri"/>
              </a:rPr>
              <a:t>95%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9455" y="914400"/>
            <a:ext cx="1085088" cy="10881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94734" y="2078227"/>
            <a:ext cx="953769" cy="285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D3D3D1"/>
                </a:solidFill>
                <a:latin typeface="Calibri"/>
                <a:cs typeface="Calibri"/>
              </a:rPr>
              <a:t>Accuracy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O:cíall coíícct</a:t>
            </a:r>
            <a:r>
              <a:rPr dirty="0" sz="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classiricatio⭲s</a:t>
            </a:r>
            <a:endParaRPr sz="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7910" y="2927731"/>
            <a:ext cx="407034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160">
                <a:solidFill>
                  <a:srgbClr val="D3D3D1"/>
                </a:solidFill>
                <a:latin typeface="Calibri"/>
                <a:cs typeface="Calibri"/>
              </a:rPr>
              <a:t>93%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9455" y="2529839"/>
            <a:ext cx="1085088" cy="10850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04842" y="3692144"/>
            <a:ext cx="731520" cy="285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D3D3D1"/>
                </a:solidFill>
                <a:latin typeface="Calibri"/>
                <a:cs typeface="Calibri"/>
              </a:rPr>
              <a:t>Precision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dirty="0" sz="550" spc="80">
                <a:solidFill>
                  <a:srgbClr val="D3D3D1"/>
                </a:solidFill>
                <a:latin typeface="Arial"/>
                <a:cs typeface="Arial"/>
              </a:rPr>
              <a:t>ľí"c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20">
                <a:solidFill>
                  <a:srgbClr val="D3D3D1"/>
                </a:solidFill>
                <a:latin typeface="Arial"/>
                <a:cs typeface="Arial"/>
              </a:rPr>
              <a:t>positi:c</a:t>
            </a:r>
            <a:r>
              <a:rPr dirty="0" sz="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ícliabilitQ</a:t>
            </a:r>
            <a:endParaRPr sz="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7910" y="4541265"/>
            <a:ext cx="407034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160">
                <a:solidFill>
                  <a:srgbClr val="D3D3D1"/>
                </a:solidFill>
                <a:latin typeface="Calibri"/>
                <a:cs typeface="Calibri"/>
              </a:rPr>
              <a:t>94%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29455" y="4142232"/>
            <a:ext cx="1085088" cy="108813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10354" y="5305805"/>
            <a:ext cx="919480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D3D3D1"/>
                </a:solidFill>
                <a:latin typeface="Calibri"/>
                <a:cs typeface="Calibri"/>
              </a:rPr>
              <a:t>Recall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dirty="0" sz="550" spc="-25">
                <a:solidFill>
                  <a:srgbClr val="D3D3D1"/>
                </a:solidFill>
                <a:latin typeface="Arial"/>
                <a:cs typeface="Arial"/>
              </a:rPr>
              <a:t>Sc⭲siti:itQ</a:t>
            </a:r>
            <a:r>
              <a:rPr dirty="0" sz="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endParaRPr sz="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8663" y="6155182"/>
            <a:ext cx="56578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135">
                <a:solidFill>
                  <a:srgbClr val="D3D3D1"/>
                </a:solidFill>
                <a:latin typeface="Calibri"/>
                <a:cs typeface="Calibri"/>
              </a:rPr>
              <a:t>93.5%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object 13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29455" y="5754623"/>
            <a:ext cx="1085088" cy="108813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177410" y="6919671"/>
            <a:ext cx="790575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5"/>
              </a:spcBef>
            </a:pPr>
            <a:r>
              <a:rPr dirty="0" sz="700" spc="65">
                <a:solidFill>
                  <a:srgbClr val="D3D3D1"/>
                </a:solidFill>
                <a:latin typeface="Calibri"/>
                <a:cs typeface="Calibri"/>
              </a:rPr>
              <a:t>F1-</a:t>
            </a:r>
            <a:r>
              <a:rPr dirty="0" sz="700" spc="-10">
                <a:solidFill>
                  <a:srgbClr val="D3D3D1"/>
                </a:solidFill>
                <a:latin typeface="Calibri"/>
                <a:cs typeface="Calibri"/>
              </a:rPr>
              <a:t>Score</a:t>
            </a:r>
            <a:endParaRPr sz="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dirty="0" sz="550" spc="-30">
                <a:solidFill>
                  <a:srgbClr val="D3D3D1"/>
                </a:solidFill>
                <a:latin typeface="Arial"/>
                <a:cs typeface="Arial"/>
              </a:rPr>
              <a:t>Haímo⭲ic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60">
                <a:solidFill>
                  <a:srgbClr val="D3D3D1"/>
                </a:solidFill>
                <a:latin typeface="Arial"/>
                <a:cs typeface="Arial"/>
              </a:rPr>
              <a:t>mca⭲</a:t>
            </a:r>
            <a:r>
              <a:rPr dirty="0" sz="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bala⭲cc</a:t>
            </a:r>
            <a:endParaRPr sz="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222" y="7345781"/>
            <a:ext cx="3937000" cy="452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>
                <a:solidFill>
                  <a:srgbClr val="F3F3F1"/>
                </a:solidFill>
                <a:latin typeface="Calibri"/>
                <a:cs typeface="Calibri"/>
              </a:rPr>
              <a:t>Training</a:t>
            </a:r>
            <a:r>
              <a:rPr dirty="0" sz="850" spc="300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3F3F1"/>
                </a:solidFill>
                <a:latin typeface="Calibri"/>
                <a:cs typeface="Calibri"/>
              </a:rPr>
              <a:t>Performance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38200"/>
              </a:lnSpc>
              <a:spcBef>
                <a:spcPts val="525"/>
              </a:spcBef>
            </a:pPr>
            <a:r>
              <a:rPr dirty="0" sz="550" spc="70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55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cxkibitcd</a:t>
            </a:r>
            <a:r>
              <a:rPr dirty="0" sz="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30">
                <a:solidFill>
                  <a:srgbClr val="D3D3D1"/>
                </a:solidFill>
                <a:latin typeface="Arial"/>
                <a:cs typeface="Arial"/>
              </a:rPr>
              <a:t>stío⭲g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30">
                <a:solidFill>
                  <a:srgbClr val="D3D3D1"/>
                </a:solidFill>
                <a:latin typeface="Arial"/>
                <a:cs typeface="Arial"/>
              </a:rPr>
              <a:t>co⭲:cígc⭲cc</a:t>
            </a:r>
            <a:r>
              <a:rPr dirty="0" sz="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d"íi⭲g</a:t>
            </a:r>
            <a:r>
              <a:rPr dirty="0" sz="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50">
                <a:solidFill>
                  <a:srgbClr val="D3D3D1"/>
                </a:solidFill>
                <a:latin typeface="Arial"/>
                <a:cs typeface="Arial"/>
              </a:rPr>
              <a:t>tíai⭲i⭲g,</a:t>
            </a:r>
            <a:r>
              <a:rPr dirty="0" sz="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loss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dccícasi⭲g</a:t>
            </a:r>
            <a:r>
              <a:rPr dirty="0" sz="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50">
                <a:solidFill>
                  <a:srgbClr val="D3D3D1"/>
                </a:solidFill>
                <a:latin typeface="Arial"/>
                <a:cs typeface="Arial"/>
              </a:rPr>
              <a:t>co⭲sistc⭲tlQ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cpocks.</a:t>
            </a:r>
            <a:r>
              <a:rPr dirty="0" sz="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Validatio⭲</a:t>
            </a:r>
            <a:r>
              <a:rPr dirty="0" sz="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acc"íacQ</a:t>
            </a:r>
            <a:r>
              <a:rPr dirty="0" sz="550" spc="5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closclQ</a:t>
            </a:r>
            <a:r>
              <a:rPr dirty="0" sz="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tíackcd </a:t>
            </a:r>
            <a:r>
              <a:rPr dirty="0" sz="550" spc="-55">
                <a:solidFill>
                  <a:srgbClr val="D3D3D1"/>
                </a:solidFill>
                <a:latin typeface="Arial"/>
                <a:cs typeface="Arial"/>
              </a:rPr>
              <a:t>tíai⭲i⭲g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acc"íacQ,</a:t>
            </a:r>
            <a:r>
              <a:rPr dirty="0" sz="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50">
                <a:solidFill>
                  <a:srgbClr val="D3D3D1"/>
                </a:solidFill>
                <a:latin typeface="Arial"/>
                <a:cs typeface="Arial"/>
              </a:rPr>
              <a:t>i⭲dicati⭲g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30">
                <a:solidFill>
                  <a:srgbClr val="D3D3D1"/>
                </a:solidFill>
                <a:latin typeface="Arial"/>
                <a:cs typeface="Arial"/>
              </a:rPr>
              <a:t>mi⭲imal</a:t>
            </a:r>
            <a:r>
              <a:rPr dirty="0" sz="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o:círitti⭲g </a:t>
            </a:r>
            <a:r>
              <a:rPr dirty="0" sz="550" spc="-8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5">
                <a:solidFill>
                  <a:srgbClr val="D3D3D1"/>
                </a:solidFill>
                <a:latin typeface="Arial"/>
                <a:cs typeface="Arial"/>
              </a:rPr>
              <a:t>cxccllc⭲t</a:t>
            </a:r>
            <a:r>
              <a:rPr dirty="0" sz="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30">
                <a:solidFill>
                  <a:srgbClr val="D3D3D1"/>
                </a:solidFill>
                <a:latin typeface="Arial"/>
                <a:cs typeface="Arial"/>
              </a:rPr>
              <a:t>gc⭲cíalizatio⭲</a:t>
            </a: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capabilitQ.</a:t>
            </a:r>
            <a:endParaRPr sz="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6201" y="7345781"/>
            <a:ext cx="3909695" cy="452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50" spc="10">
                <a:solidFill>
                  <a:srgbClr val="F3F3F1"/>
                </a:solidFill>
                <a:latin typeface="Calibri"/>
                <a:cs typeface="Calibri"/>
              </a:rPr>
              <a:t>Validation</a:t>
            </a:r>
            <a:r>
              <a:rPr dirty="0" sz="850" spc="235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850" spc="35">
                <a:solidFill>
                  <a:srgbClr val="F3F3F1"/>
                </a:solidFill>
                <a:latin typeface="Calibri"/>
                <a:cs typeface="Calibri"/>
              </a:rPr>
              <a:t>Results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38200"/>
              </a:lnSpc>
              <a:spcBef>
                <a:spcPts val="525"/>
              </a:spcBef>
            </a:pP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Pcíroíma⭲cc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25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5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tkc</a:t>
            </a:r>
            <a:r>
              <a:rPr dirty="0" sz="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ícscí:cd</a:t>
            </a:r>
            <a:r>
              <a:rPr dirty="0" sz="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tcst</a:t>
            </a:r>
            <a:r>
              <a:rPr dirty="0" sz="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sct</a:t>
            </a:r>
            <a:r>
              <a:rPr dirty="0" sz="5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5">
                <a:solidFill>
                  <a:srgbClr val="D3D3D1"/>
                </a:solidFill>
                <a:latin typeface="Arial"/>
                <a:cs typeface="Arial"/>
              </a:rPr>
              <a:t>co⭲riíms</a:t>
            </a:r>
            <a:r>
              <a:rPr dirty="0" sz="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tkc</a:t>
            </a:r>
            <a:r>
              <a:rPr dirty="0" sz="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modcl's</a:t>
            </a:r>
            <a:r>
              <a:rPr dirty="0" sz="5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íob"st⭲css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65">
                <a:solidFill>
                  <a:srgbClr val="D3D3D1"/>
                </a:solidFill>
                <a:latin typeface="Arial"/>
                <a:cs typeface="Arial"/>
              </a:rPr>
              <a:t>"⭲scc⭲</a:t>
            </a:r>
            <a:r>
              <a:rPr dirty="0" sz="5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data. </a:t>
            </a:r>
            <a:r>
              <a:rPr dirty="0" sz="550" spc="70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30">
                <a:solidFill>
                  <a:srgbClr val="D3D3D1"/>
                </a:solidFill>
                <a:latin typeface="Arial"/>
                <a:cs typeface="Arial"/>
              </a:rPr>
              <a:t>bala⭲ccd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5">
                <a:solidFill>
                  <a:srgbClr val="D3D3D1"/>
                </a:solidFill>
                <a:latin typeface="Arial"/>
                <a:cs typeface="Arial"/>
              </a:rPr>
              <a:t>píccisio⭲</a:t>
            </a:r>
            <a:r>
              <a:rPr dirty="0" sz="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8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íccall</a:t>
            </a:r>
            <a:r>
              <a:rPr dirty="0" sz="550" spc="5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scoícs</a:t>
            </a:r>
            <a:r>
              <a:rPr dirty="0" sz="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dcmo⭲stíatc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cq"al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35">
                <a:solidFill>
                  <a:srgbClr val="D3D3D1"/>
                </a:solidFill>
                <a:latin typeface="Arial"/>
                <a:cs typeface="Arial"/>
              </a:rPr>
              <a:t>píoricic⭲cQ</a:t>
            </a:r>
            <a:r>
              <a:rPr dirty="0" sz="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20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D3D3D1"/>
                </a:solidFill>
                <a:latin typeface="Arial"/>
                <a:cs typeface="Arial"/>
              </a:rPr>
              <a:t>dctccti⭲g</a:t>
            </a:r>
            <a:r>
              <a:rPr dirty="0" sz="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botk</a:t>
            </a:r>
            <a:r>
              <a:rPr dirty="0" sz="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D3D3D1"/>
                </a:solidFill>
                <a:latin typeface="Arial"/>
                <a:cs typeface="Arial"/>
              </a:rPr>
              <a:t>maskcd</a:t>
            </a:r>
            <a:r>
              <a:rPr dirty="0" sz="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8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"⭲maskcd</a:t>
            </a:r>
            <a:r>
              <a:rPr dirty="0" sz="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D3D3D1"/>
                </a:solidFill>
                <a:latin typeface="Arial"/>
                <a:cs typeface="Arial"/>
              </a:rPr>
              <a:t>i⭲di:id"als.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86359" y="7751062"/>
            <a:ext cx="1777364" cy="411480"/>
            <a:chOff x="12786359" y="7751062"/>
            <a:chExt cx="1777364" cy="411480"/>
          </a:xfrm>
        </p:grpSpPr>
        <p:sp>
          <p:nvSpPr>
            <p:cNvPr id="3" name="object 3"/>
            <p:cNvSpPr/>
            <p:nvPr/>
          </p:nvSpPr>
          <p:spPr>
            <a:xfrm>
              <a:off x="12792455" y="7772398"/>
              <a:ext cx="1750060" cy="341630"/>
            </a:xfrm>
            <a:custGeom>
              <a:avLst/>
              <a:gdLst/>
              <a:ahLst/>
              <a:cxnLst/>
              <a:rect l="l" t="t" r="r" b="b"/>
              <a:pathLst>
                <a:path w="1750059" h="341629">
                  <a:moveTo>
                    <a:pt x="1749552" y="0"/>
                  </a:moveTo>
                  <a:lnTo>
                    <a:pt x="0" y="0"/>
                  </a:lnTo>
                  <a:lnTo>
                    <a:pt x="0" y="341375"/>
                  </a:lnTo>
                  <a:lnTo>
                    <a:pt x="1749552" y="341375"/>
                  </a:lnTo>
                  <a:lnTo>
                    <a:pt x="1749552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792455" y="7772398"/>
              <a:ext cx="1750060" cy="341630"/>
            </a:xfrm>
            <a:custGeom>
              <a:avLst/>
              <a:gdLst/>
              <a:ahLst/>
              <a:cxnLst/>
              <a:rect l="l" t="t" r="r" b="b"/>
              <a:pathLst>
                <a:path w="1750059" h="341629">
                  <a:moveTo>
                    <a:pt x="0" y="341375"/>
                  </a:moveTo>
                  <a:lnTo>
                    <a:pt x="1749552" y="341375"/>
                  </a:lnTo>
                  <a:lnTo>
                    <a:pt x="1749552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54837" y="356362"/>
            <a:ext cx="386207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175"/>
              <a:t>Results</a:t>
            </a:r>
            <a:r>
              <a:rPr dirty="0" sz="2650" spc="105"/>
              <a:t> </a:t>
            </a:r>
            <a:r>
              <a:rPr dirty="0" sz="2650"/>
              <a:t>&amp;</a:t>
            </a:r>
            <a:r>
              <a:rPr dirty="0" sz="2650" spc="55"/>
              <a:t> </a:t>
            </a:r>
            <a:r>
              <a:rPr dirty="0" sz="2650" spc="114"/>
              <a:t>Demonstration</a:t>
            </a:r>
            <a:endParaRPr sz="2650"/>
          </a:p>
        </p:txBody>
      </p:sp>
      <p:sp>
        <p:nvSpPr>
          <p:cNvPr id="6" name="object 6"/>
          <p:cNvSpPr txBox="1"/>
          <p:nvPr/>
        </p:nvSpPr>
        <p:spPr>
          <a:xfrm>
            <a:off x="554837" y="1129360"/>
            <a:ext cx="5906135" cy="2145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125">
                <a:solidFill>
                  <a:srgbClr val="F3F3F1"/>
                </a:solidFill>
                <a:latin typeface="Calibri"/>
                <a:cs typeface="Calibri"/>
              </a:rPr>
              <a:t>Real-</a:t>
            </a:r>
            <a:r>
              <a:rPr dirty="0" sz="1550" spc="75">
                <a:solidFill>
                  <a:srgbClr val="F3F3F1"/>
                </a:solidFill>
                <a:latin typeface="Calibri"/>
                <a:cs typeface="Calibri"/>
              </a:rPr>
              <a:t>time</a:t>
            </a:r>
            <a:r>
              <a:rPr dirty="0" sz="1550" spc="-45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1550" spc="75">
                <a:solidFill>
                  <a:srgbClr val="F3F3F1"/>
                </a:solidFill>
                <a:latin typeface="Calibri"/>
                <a:cs typeface="Calibri"/>
              </a:rPr>
              <a:t>Detection</a:t>
            </a:r>
            <a:r>
              <a:rPr dirty="0" sz="1550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1550" spc="130">
                <a:solidFill>
                  <a:srgbClr val="F3F3F1"/>
                </a:solidFill>
                <a:latin typeface="Calibri"/>
                <a:cs typeface="Calibri"/>
              </a:rPr>
              <a:t>Success</a:t>
            </a:r>
            <a:endParaRPr sz="1550">
              <a:latin typeface="Calibri"/>
              <a:cs typeface="Calibri"/>
            </a:endParaRPr>
          </a:p>
          <a:p>
            <a:pPr marL="12700" marR="82550">
              <a:lnSpc>
                <a:spcPct val="135200"/>
              </a:lnSpc>
              <a:spcBef>
                <a:spcPts val="1010"/>
              </a:spcBef>
            </a:pPr>
            <a:r>
              <a:rPr dirty="0" sz="1050" spc="130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0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D3D3D1"/>
                </a:solidFill>
                <a:latin typeface="Arial"/>
                <a:cs typeface="Arial"/>
              </a:rPr>
              <a:t>tíai⭲cd</a:t>
            </a:r>
            <a:r>
              <a:rPr dirty="0" sz="10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45">
                <a:solidFill>
                  <a:srgbClr val="D3D3D1"/>
                </a:solidFill>
                <a:latin typeface="Arial"/>
                <a:cs typeface="Arial"/>
              </a:rPr>
              <a:t>CNN</a:t>
            </a:r>
            <a:r>
              <a:rPr dirty="0" sz="10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0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s"cccssr"llQ</a:t>
            </a:r>
            <a:r>
              <a:rPr dirty="0" sz="10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35">
                <a:solidFill>
                  <a:srgbClr val="D3D3D1"/>
                </a:solidFill>
                <a:latin typeface="Arial"/>
                <a:cs typeface="Arial"/>
              </a:rPr>
              <a:t>idc⭲tirics</a:t>
            </a:r>
            <a:r>
              <a:rPr dirty="0" sz="10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mask</a:t>
            </a:r>
            <a:r>
              <a:rPr dirty="0" sz="10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D3D3D1"/>
                </a:solidFill>
                <a:latin typeface="Arial"/>
                <a:cs typeface="Arial"/>
              </a:rPr>
              <a:t>complia⭲cc</a:t>
            </a:r>
            <a:r>
              <a:rPr dirty="0" sz="10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229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0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ícal-timc</a:t>
            </a:r>
            <a:r>
              <a:rPr dirty="0" sz="10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D3D3D1"/>
                </a:solidFill>
                <a:latin typeface="Arial"/>
                <a:cs typeface="Arial"/>
              </a:rPr>
              <a:t>:idco</a:t>
            </a:r>
            <a:r>
              <a:rPr dirty="0" sz="10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stícams</a:t>
            </a:r>
            <a:r>
              <a:rPr dirty="0" sz="10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D3D3D1"/>
                </a:solidFill>
                <a:latin typeface="Arial"/>
                <a:cs typeface="Arial"/>
              </a:rPr>
              <a:t>witk </a:t>
            </a:r>
            <a:r>
              <a:rPr dirty="0" sz="1050" spc="-55">
                <a:solidFill>
                  <a:srgbClr val="D3D3D1"/>
                </a:solidFill>
                <a:latin typeface="Arial"/>
                <a:cs typeface="Arial"/>
              </a:rPr>
              <a:t>mi⭲imal </a:t>
            </a:r>
            <a:r>
              <a:rPr dirty="0" sz="1050" spc="-95">
                <a:solidFill>
                  <a:srgbClr val="D3D3D1"/>
                </a:solidFill>
                <a:latin typeface="Arial"/>
                <a:cs typeface="Arial"/>
              </a:rPr>
              <a:t>latc⭲cQ.</a:t>
            </a:r>
            <a:r>
              <a:rPr dirty="0" sz="10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D3D3D1"/>
                </a:solidFill>
                <a:latin typeface="Arial"/>
                <a:cs typeface="Arial"/>
              </a:rPr>
              <a:t>Píoccssi⭲g</a:t>
            </a:r>
            <a:r>
              <a:rPr dirty="0" sz="10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D3D3D1"/>
                </a:solidFill>
                <a:latin typeface="Arial"/>
                <a:cs typeface="Arial"/>
              </a:rPr>
              <a:t>occ"ís</a:t>
            </a:r>
            <a:r>
              <a:rPr dirty="0" sz="10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at</a:t>
            </a:r>
            <a:r>
              <a:rPr dirty="0" sz="10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3D3D1"/>
                </a:solidFill>
                <a:latin typeface="Arial"/>
                <a:cs typeface="Arial"/>
              </a:rPr>
              <a:t>appíoximatclQ</a:t>
            </a:r>
            <a:r>
              <a:rPr dirty="0" sz="10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«0 ríamcs pcí </a:t>
            </a:r>
            <a:r>
              <a:rPr dirty="0" sz="1050" spc="-70">
                <a:solidFill>
                  <a:srgbClr val="D3D3D1"/>
                </a:solidFill>
                <a:latin typeface="Arial"/>
                <a:cs typeface="Arial"/>
              </a:rPr>
              <a:t>scco⭲d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240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0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55">
                <a:solidFill>
                  <a:srgbClr val="D3D3D1"/>
                </a:solidFill>
                <a:latin typeface="Arial"/>
                <a:cs typeface="Arial"/>
              </a:rPr>
              <a:t>sta⭲daíd</a:t>
            </a:r>
            <a:r>
              <a:rPr dirty="0" sz="10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3D3D1"/>
                </a:solidFill>
                <a:latin typeface="Arial"/>
                <a:cs typeface="Arial"/>
              </a:rPr>
              <a:t>kaídwaíc, </a:t>
            </a:r>
            <a:r>
              <a:rPr dirty="0" sz="1050" spc="-75">
                <a:solidFill>
                  <a:srgbClr val="D3D3D1"/>
                </a:solidFill>
                <a:latin typeface="Arial"/>
                <a:cs typeface="Arial"/>
              </a:rPr>
              <a:t>maki⭲g</a:t>
            </a:r>
            <a:r>
              <a:rPr dirty="0" sz="10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it</a:t>
            </a:r>
            <a:r>
              <a:rPr dirty="0" sz="10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s"itablc</a:t>
            </a:r>
            <a:r>
              <a:rPr dirty="0" sz="10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5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D3D3D1"/>
                </a:solidFill>
                <a:latin typeface="Arial"/>
                <a:cs typeface="Arial"/>
              </a:rPr>
              <a:t>li:c</a:t>
            </a:r>
            <a:r>
              <a:rPr dirty="0" sz="10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10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3D3D1"/>
                </a:solidFill>
                <a:latin typeface="Arial"/>
                <a:cs typeface="Arial"/>
              </a:rPr>
              <a:t>applicatio⭲s.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35200"/>
              </a:lnSpc>
              <a:spcBef>
                <a:spcPts val="940"/>
              </a:spcBef>
            </a:pPr>
            <a:r>
              <a:rPr dirty="0" sz="1050" spc="130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0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30">
                <a:solidFill>
                  <a:srgbClr val="D3D3D1"/>
                </a:solidFill>
                <a:latin typeface="Arial"/>
                <a:cs typeface="Arial"/>
              </a:rPr>
              <a:t>sQstcm</a:t>
            </a:r>
            <a:r>
              <a:rPr dirty="0" sz="10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díaws</a:t>
            </a:r>
            <a:r>
              <a:rPr dirty="0" sz="10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coloí-codcd</a:t>
            </a:r>
            <a:r>
              <a:rPr dirty="0" sz="10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100">
                <a:solidFill>
                  <a:srgbClr val="D3D3D1"/>
                </a:solidFill>
                <a:latin typeface="Arial"/>
                <a:cs typeface="Arial"/>
              </a:rPr>
              <a:t>bo"⭲di⭲g</a:t>
            </a:r>
            <a:r>
              <a:rPr dirty="0" sz="10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boxcs</a:t>
            </a:r>
            <a:r>
              <a:rPr dirty="0" sz="10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D3D3D1"/>
                </a:solidFill>
                <a:latin typeface="Arial"/>
                <a:cs typeface="Arial"/>
              </a:rPr>
              <a:t>aío"⭲d</a:t>
            </a:r>
            <a:r>
              <a:rPr dirty="0" sz="10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dctcctcd</a:t>
            </a:r>
            <a:r>
              <a:rPr dirty="0" sz="10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35">
                <a:solidFill>
                  <a:srgbClr val="D3D3D1"/>
                </a:solidFill>
                <a:latin typeface="Arial"/>
                <a:cs typeface="Arial"/>
              </a:rPr>
              <a:t>raccs—</a:t>
            </a:r>
            <a:r>
              <a:rPr dirty="0" sz="1050" spc="-75">
                <a:solidFill>
                  <a:srgbClr val="00FF00"/>
                </a:solidFill>
                <a:latin typeface="Arial"/>
                <a:cs typeface="Arial"/>
              </a:rPr>
              <a:t>gícc⭲</a:t>
            </a:r>
            <a:r>
              <a:rPr dirty="0" sz="1050" spc="2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00FF00"/>
                </a:solidFill>
                <a:latin typeface="Arial"/>
                <a:cs typeface="Arial"/>
              </a:rPr>
              <a:t>roí</a:t>
            </a:r>
            <a:r>
              <a:rPr dirty="0" sz="1050" spc="4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00FF00"/>
                </a:solidFill>
                <a:latin typeface="Arial"/>
                <a:cs typeface="Arial"/>
              </a:rPr>
              <a:t>'Mask'</a:t>
            </a:r>
            <a:r>
              <a:rPr dirty="0" sz="1050" spc="2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dirty="0" sz="1050" spc="-17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0000"/>
                </a:solidFill>
                <a:latin typeface="Arial"/>
                <a:cs typeface="Arial"/>
              </a:rPr>
              <a:t>ícd</a:t>
            </a:r>
            <a:r>
              <a:rPr dirty="0" sz="1050" spc="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FF0000"/>
                </a:solidFill>
                <a:latin typeface="Arial"/>
                <a:cs typeface="Arial"/>
              </a:rPr>
              <a:t>roí </a:t>
            </a:r>
            <a:r>
              <a:rPr dirty="0" sz="1050">
                <a:solidFill>
                  <a:srgbClr val="FF0000"/>
                </a:solidFill>
                <a:latin typeface="Arial"/>
                <a:cs typeface="Arial"/>
              </a:rPr>
              <a:t>'No</a:t>
            </a:r>
            <a:r>
              <a:rPr dirty="0" sz="1050" spc="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050" spc="-45">
                <a:solidFill>
                  <a:srgbClr val="FF0000"/>
                </a:solidFill>
                <a:latin typeface="Arial"/>
                <a:cs typeface="Arial"/>
              </a:rPr>
              <a:t>Mask'</a:t>
            </a:r>
            <a:r>
              <a:rPr dirty="0" sz="1050" spc="-45">
                <a:solidFill>
                  <a:srgbClr val="D3D3D1"/>
                </a:solidFill>
                <a:latin typeface="Arial"/>
                <a:cs typeface="Arial"/>
              </a:rPr>
              <a:t>—</a:t>
            </a:r>
            <a:r>
              <a:rPr dirty="0" sz="1050" spc="-25">
                <a:solidFill>
                  <a:srgbClr val="D3D3D1"/>
                </a:solidFill>
                <a:latin typeface="Arial"/>
                <a:cs typeface="Arial"/>
              </a:rPr>
              <a:t>pío:idi⭲g</a:t>
            </a:r>
            <a:r>
              <a:rPr dirty="0" sz="10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immcdiatc </a:t>
            </a:r>
            <a:r>
              <a:rPr dirty="0" sz="1050" spc="70">
                <a:solidFill>
                  <a:srgbClr val="D3D3D1"/>
                </a:solidFill>
                <a:latin typeface="Arial"/>
                <a:cs typeface="Arial"/>
              </a:rPr>
              <a:t>:is"al</a:t>
            </a:r>
            <a:r>
              <a:rPr dirty="0" sz="10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rccdback</a:t>
            </a:r>
            <a:r>
              <a:rPr dirty="0" sz="10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0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opcíatoís</a:t>
            </a:r>
            <a:r>
              <a:rPr dirty="0" sz="10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17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3D3D1"/>
                </a:solidFill>
                <a:latin typeface="Arial"/>
                <a:cs typeface="Arial"/>
              </a:rPr>
              <a:t>s"bjccts.</a:t>
            </a:r>
            <a:endParaRPr sz="1050">
              <a:latin typeface="Arial"/>
              <a:cs typeface="Arial"/>
            </a:endParaRPr>
          </a:p>
          <a:p>
            <a:pPr marL="12700" marR="48895">
              <a:lnSpc>
                <a:spcPct val="135200"/>
              </a:lnSpc>
              <a:spcBef>
                <a:spcPts val="945"/>
              </a:spcBef>
            </a:pPr>
            <a:r>
              <a:rPr dirty="0" sz="1050" spc="-35">
                <a:solidFill>
                  <a:srgbClr val="D3D3D1"/>
                </a:solidFill>
                <a:latin typeface="Arial"/>
                <a:cs typeface="Arial"/>
              </a:rPr>
              <a:t>Classiricatio⭲</a:t>
            </a:r>
            <a:r>
              <a:rPr dirty="0" sz="10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90">
                <a:solidFill>
                  <a:srgbClr val="D3D3D1"/>
                </a:solidFill>
                <a:latin typeface="Arial"/>
                <a:cs typeface="Arial"/>
              </a:rPr>
              <a:t>co⭲ridc⭲cc</a:t>
            </a:r>
            <a:r>
              <a:rPr dirty="0" sz="10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scoícs aíc</a:t>
            </a:r>
            <a:r>
              <a:rPr dirty="0" sz="10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30">
                <a:solidFill>
                  <a:srgbClr val="D3D3D1"/>
                </a:solidFill>
                <a:latin typeface="Arial"/>
                <a:cs typeface="Arial"/>
              </a:rPr>
              <a:t>displaQcd</a:t>
            </a:r>
            <a:r>
              <a:rPr dirty="0" sz="10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D3D3D1"/>
                </a:solidFill>
                <a:latin typeface="Arial"/>
                <a:cs typeface="Arial"/>
              </a:rPr>
              <a:t>alo⭲gsidc</a:t>
            </a:r>
            <a:r>
              <a:rPr dirty="0" sz="10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labcls, </a:t>
            </a:r>
            <a:r>
              <a:rPr dirty="0" sz="1050" spc="-60">
                <a:solidFill>
                  <a:srgbClr val="D3D3D1"/>
                </a:solidFill>
                <a:latin typeface="Arial"/>
                <a:cs typeface="Arial"/>
              </a:rPr>
              <a:t>allowi⭲g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D3D3D1"/>
                </a:solidFill>
                <a:latin typeface="Arial"/>
                <a:cs typeface="Arial"/>
              </a:rPr>
              <a:t>"scís</a:t>
            </a:r>
            <a:r>
              <a:rPr dirty="0" sz="10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0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asscss </a:t>
            </a:r>
            <a:r>
              <a:rPr dirty="0" sz="1050" spc="-10">
                <a:solidFill>
                  <a:srgbClr val="D3D3D1"/>
                </a:solidFill>
                <a:latin typeface="Arial"/>
                <a:cs typeface="Arial"/>
              </a:rPr>
              <a:t>dctcctio⭲ </a:t>
            </a:r>
            <a:r>
              <a:rPr dirty="0" sz="1050" spc="-70">
                <a:solidFill>
                  <a:srgbClr val="D3D3D1"/>
                </a:solidFill>
                <a:latin typeface="Arial"/>
                <a:cs typeface="Arial"/>
              </a:rPr>
              <a:t>ccítai⭲tQ</a:t>
            </a:r>
            <a:r>
              <a:rPr dirty="0" sz="1050" spc="8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17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5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sct</a:t>
            </a:r>
            <a:r>
              <a:rPr dirty="0" sz="10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appíopíiatc</a:t>
            </a:r>
            <a:r>
              <a:rPr dirty="0" sz="10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tkícskolds</a:t>
            </a:r>
            <a:r>
              <a:rPr dirty="0" sz="10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5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alcít</a:t>
            </a:r>
            <a:r>
              <a:rPr dirty="0" sz="10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D3D3D1"/>
                </a:solidFill>
                <a:latin typeface="Arial"/>
                <a:cs typeface="Arial"/>
              </a:rPr>
              <a:t>gc⭲cíatio⭲</a:t>
            </a:r>
            <a:r>
              <a:rPr dirty="0" sz="1050" spc="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22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0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D3D3D1"/>
                </a:solidFill>
                <a:latin typeface="Arial"/>
                <a:cs typeface="Arial"/>
              </a:rPr>
              <a:t>a"tomatcd</a:t>
            </a:r>
            <a:r>
              <a:rPr dirty="0" sz="10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D3D3D1"/>
                </a:solidFill>
                <a:latin typeface="Arial"/>
                <a:cs typeface="Arial"/>
              </a:rPr>
              <a:t>sQstcms.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6495" y="249936"/>
            <a:ext cx="6912864" cy="69098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86359" y="7751062"/>
            <a:ext cx="1777364" cy="411480"/>
            <a:chOff x="12786359" y="7751062"/>
            <a:chExt cx="1777364" cy="411480"/>
          </a:xfrm>
        </p:grpSpPr>
        <p:sp>
          <p:nvSpPr>
            <p:cNvPr id="3" name="object 3"/>
            <p:cNvSpPr/>
            <p:nvPr/>
          </p:nvSpPr>
          <p:spPr>
            <a:xfrm>
              <a:off x="12792455" y="7763254"/>
              <a:ext cx="1713230" cy="387350"/>
            </a:xfrm>
            <a:custGeom>
              <a:avLst/>
              <a:gdLst/>
              <a:ahLst/>
              <a:cxnLst/>
              <a:rect l="l" t="t" r="r" b="b"/>
              <a:pathLst>
                <a:path w="1713230" h="387350">
                  <a:moveTo>
                    <a:pt x="1712975" y="0"/>
                  </a:moveTo>
                  <a:lnTo>
                    <a:pt x="0" y="0"/>
                  </a:lnTo>
                  <a:lnTo>
                    <a:pt x="0" y="387096"/>
                  </a:lnTo>
                  <a:lnTo>
                    <a:pt x="1712975" y="387096"/>
                  </a:lnTo>
                  <a:lnTo>
                    <a:pt x="1712975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792455" y="7763254"/>
              <a:ext cx="1713230" cy="387350"/>
            </a:xfrm>
            <a:custGeom>
              <a:avLst/>
              <a:gdLst/>
              <a:ahLst/>
              <a:cxnLst/>
              <a:rect l="l" t="t" r="r" b="b"/>
              <a:pathLst>
                <a:path w="1713230" h="387350">
                  <a:moveTo>
                    <a:pt x="0" y="387096"/>
                  </a:moveTo>
                  <a:lnTo>
                    <a:pt x="1712975" y="387096"/>
                  </a:lnTo>
                  <a:lnTo>
                    <a:pt x="1712975" y="0"/>
                  </a:lnTo>
                  <a:lnTo>
                    <a:pt x="0" y="0"/>
                  </a:lnTo>
                  <a:lnTo>
                    <a:pt x="0" y="387096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1304" y="781939"/>
            <a:ext cx="7014845" cy="621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00" spc="220"/>
              <a:t>Future</a:t>
            </a:r>
            <a:r>
              <a:rPr dirty="0" sz="3900" spc="-5"/>
              <a:t> </a:t>
            </a:r>
            <a:r>
              <a:rPr dirty="0" sz="3900" spc="295"/>
              <a:t>Scope</a:t>
            </a:r>
            <a:r>
              <a:rPr dirty="0" sz="3900" spc="35"/>
              <a:t> </a:t>
            </a:r>
            <a:r>
              <a:rPr dirty="0" sz="3900" spc="75"/>
              <a:t>&amp;</a:t>
            </a:r>
            <a:r>
              <a:rPr dirty="0" sz="3900" spc="45"/>
              <a:t> </a:t>
            </a:r>
            <a:r>
              <a:rPr dirty="0" sz="3900" spc="250"/>
              <a:t>Enhancements</a:t>
            </a:r>
            <a:endParaRPr sz="3900"/>
          </a:p>
        </p:txBody>
      </p:sp>
      <p:sp>
        <p:nvSpPr>
          <p:cNvPr id="6" name="object 6"/>
          <p:cNvSpPr txBox="1"/>
          <p:nvPr/>
        </p:nvSpPr>
        <p:spPr>
          <a:xfrm>
            <a:off x="781304" y="1790364"/>
            <a:ext cx="12908915" cy="65913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Wkilc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4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c"ííc⭲t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implcmc⭲tatio⭲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dcli:cís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85">
                <a:solidFill>
                  <a:srgbClr val="D3D3D1"/>
                </a:solidFill>
                <a:latin typeface="Arial"/>
                <a:cs typeface="Arial"/>
              </a:rPr>
              <a:t>stío⭲g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pcíroíma⭲cc,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sc:cíal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cxciti⭲g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oppoít"⭲itics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cxist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0">
                <a:solidFill>
                  <a:srgbClr val="D3D3D1"/>
                </a:solidFill>
                <a:latin typeface="Arial"/>
                <a:cs typeface="Arial"/>
              </a:rPr>
              <a:t>cxpa⭲d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5">
                <a:solidFill>
                  <a:srgbClr val="D3D3D1"/>
                </a:solidFill>
                <a:latin typeface="Arial"/>
                <a:cs typeface="Arial"/>
              </a:rPr>
              <a:t>r"⭲ctio⭲alitQ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2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85">
                <a:solidFill>
                  <a:srgbClr val="D3D3D1"/>
                </a:solidFill>
                <a:latin typeface="Arial"/>
                <a:cs typeface="Arial"/>
              </a:rPr>
              <a:t>impío:c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acc"íacQ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bíoadcí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90">
                <a:solidFill>
                  <a:srgbClr val="D3D3D1"/>
                </a:solidFill>
                <a:latin typeface="Arial"/>
                <a:cs typeface="Arial"/>
              </a:rPr>
              <a:t>dcploQmc⭲t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scc⭲aíios.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0287" y="2688335"/>
            <a:ext cx="6446520" cy="1847214"/>
            <a:chOff x="780287" y="2688335"/>
            <a:chExt cx="6446520" cy="1847214"/>
          </a:xfrm>
        </p:grpSpPr>
        <p:sp>
          <p:nvSpPr>
            <p:cNvPr id="8" name="object 8"/>
            <p:cNvSpPr/>
            <p:nvPr/>
          </p:nvSpPr>
          <p:spPr>
            <a:xfrm>
              <a:off x="792479" y="2700527"/>
              <a:ext cx="6422390" cy="1823085"/>
            </a:xfrm>
            <a:custGeom>
              <a:avLst/>
              <a:gdLst/>
              <a:ahLst/>
              <a:cxnLst/>
              <a:rect l="l" t="t" r="r" b="b"/>
              <a:pathLst>
                <a:path w="6422390" h="1823085">
                  <a:moveTo>
                    <a:pt x="6392418" y="0"/>
                  </a:moveTo>
                  <a:lnTo>
                    <a:pt x="29743" y="0"/>
                  </a:lnTo>
                  <a:lnTo>
                    <a:pt x="18168" y="2339"/>
                  </a:lnTo>
                  <a:lnTo>
                    <a:pt x="8713" y="8715"/>
                  </a:lnTo>
                  <a:lnTo>
                    <a:pt x="2338" y="18162"/>
                  </a:lnTo>
                  <a:lnTo>
                    <a:pt x="0" y="29718"/>
                  </a:lnTo>
                  <a:lnTo>
                    <a:pt x="0" y="1792986"/>
                  </a:lnTo>
                  <a:lnTo>
                    <a:pt x="2338" y="1804541"/>
                  </a:lnTo>
                  <a:lnTo>
                    <a:pt x="8713" y="1813988"/>
                  </a:lnTo>
                  <a:lnTo>
                    <a:pt x="18168" y="1820364"/>
                  </a:lnTo>
                  <a:lnTo>
                    <a:pt x="29743" y="1822704"/>
                  </a:lnTo>
                  <a:lnTo>
                    <a:pt x="6392418" y="1822704"/>
                  </a:lnTo>
                  <a:lnTo>
                    <a:pt x="6403973" y="1820364"/>
                  </a:lnTo>
                  <a:lnTo>
                    <a:pt x="6413420" y="1813988"/>
                  </a:lnTo>
                  <a:lnTo>
                    <a:pt x="6419796" y="1804541"/>
                  </a:lnTo>
                  <a:lnTo>
                    <a:pt x="6422136" y="1792986"/>
                  </a:lnTo>
                  <a:lnTo>
                    <a:pt x="6422136" y="29718"/>
                  </a:lnTo>
                  <a:lnTo>
                    <a:pt x="6419796" y="18162"/>
                  </a:lnTo>
                  <a:lnTo>
                    <a:pt x="6413420" y="8715"/>
                  </a:lnTo>
                  <a:lnTo>
                    <a:pt x="6403973" y="2339"/>
                  </a:lnTo>
                  <a:lnTo>
                    <a:pt x="6392418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92479" y="2700527"/>
              <a:ext cx="6422390" cy="1823085"/>
            </a:xfrm>
            <a:custGeom>
              <a:avLst/>
              <a:gdLst/>
              <a:ahLst/>
              <a:cxnLst/>
              <a:rect l="l" t="t" r="r" b="b"/>
              <a:pathLst>
                <a:path w="6422390" h="1823085">
                  <a:moveTo>
                    <a:pt x="0" y="29718"/>
                  </a:moveTo>
                  <a:lnTo>
                    <a:pt x="2338" y="18162"/>
                  </a:lnTo>
                  <a:lnTo>
                    <a:pt x="8713" y="8715"/>
                  </a:lnTo>
                  <a:lnTo>
                    <a:pt x="18168" y="2339"/>
                  </a:lnTo>
                  <a:lnTo>
                    <a:pt x="29743" y="0"/>
                  </a:lnTo>
                  <a:lnTo>
                    <a:pt x="6392418" y="0"/>
                  </a:lnTo>
                  <a:lnTo>
                    <a:pt x="6403973" y="2339"/>
                  </a:lnTo>
                  <a:lnTo>
                    <a:pt x="6413420" y="8715"/>
                  </a:lnTo>
                  <a:lnTo>
                    <a:pt x="6419796" y="18162"/>
                  </a:lnTo>
                  <a:lnTo>
                    <a:pt x="6422136" y="29718"/>
                  </a:lnTo>
                  <a:lnTo>
                    <a:pt x="6422136" y="1792986"/>
                  </a:lnTo>
                  <a:lnTo>
                    <a:pt x="6419796" y="1804541"/>
                  </a:lnTo>
                  <a:lnTo>
                    <a:pt x="6413420" y="1813988"/>
                  </a:lnTo>
                  <a:lnTo>
                    <a:pt x="6403973" y="1820364"/>
                  </a:lnTo>
                  <a:lnTo>
                    <a:pt x="6392418" y="1822704"/>
                  </a:lnTo>
                  <a:lnTo>
                    <a:pt x="29743" y="1822704"/>
                  </a:lnTo>
                  <a:lnTo>
                    <a:pt x="18168" y="1820364"/>
                  </a:lnTo>
                  <a:lnTo>
                    <a:pt x="8713" y="1813988"/>
                  </a:lnTo>
                  <a:lnTo>
                    <a:pt x="2338" y="1804541"/>
                  </a:lnTo>
                  <a:lnTo>
                    <a:pt x="0" y="1792986"/>
                  </a:lnTo>
                  <a:lnTo>
                    <a:pt x="0" y="29718"/>
                  </a:lnTo>
                  <a:close/>
                </a:path>
              </a:pathLst>
            </a:custGeom>
            <a:ln w="24384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02588" y="2891154"/>
            <a:ext cx="5753735" cy="13849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155">
                <a:solidFill>
                  <a:srgbClr val="D3D3D1"/>
                </a:solidFill>
                <a:latin typeface="Calibri"/>
                <a:cs typeface="Calibri"/>
              </a:rPr>
              <a:t>CCTV</a:t>
            </a:r>
            <a:r>
              <a:rPr dirty="0" sz="1950" spc="4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950" spc="90">
                <a:solidFill>
                  <a:srgbClr val="D3D3D1"/>
                </a:solidFill>
                <a:latin typeface="Calibri"/>
                <a:cs typeface="Calibri"/>
              </a:rPr>
              <a:t>Integration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34200"/>
              </a:lnSpc>
              <a:spcBef>
                <a:spcPts val="880"/>
              </a:spcBef>
            </a:pP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KcploQ</a:t>
            </a:r>
            <a:r>
              <a:rPr dirty="0" sz="155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sQstcm</a:t>
            </a:r>
            <a:r>
              <a:rPr dirty="0" sz="155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cxisti⭲g</a:t>
            </a:r>
            <a:r>
              <a:rPr dirty="0" sz="1550" spc="1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s"í:cilla⭲cc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i⭲ríastí"ct"íc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roí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compíckc⭲si:c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cíowd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3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aiípoíts,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malls,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kospitals,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a⭲d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p"blic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tía⭲spoítatio⭲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05">
                <a:solidFill>
                  <a:srgbClr val="D3D3D1"/>
                </a:solidFill>
                <a:latin typeface="Arial"/>
                <a:cs typeface="Arial"/>
              </a:rPr>
              <a:t>k"bs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cc⭲tíalizcd</a:t>
            </a:r>
            <a:r>
              <a:rPr dirty="0" sz="1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daskboaíd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ícpoíti⭲g.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03592" y="2688335"/>
            <a:ext cx="6446520" cy="1847214"/>
            <a:chOff x="7403592" y="2688335"/>
            <a:chExt cx="6446520" cy="1847214"/>
          </a:xfrm>
        </p:grpSpPr>
        <p:sp>
          <p:nvSpPr>
            <p:cNvPr id="12" name="object 12"/>
            <p:cNvSpPr/>
            <p:nvPr/>
          </p:nvSpPr>
          <p:spPr>
            <a:xfrm>
              <a:off x="7415784" y="2700527"/>
              <a:ext cx="6422390" cy="1823085"/>
            </a:xfrm>
            <a:custGeom>
              <a:avLst/>
              <a:gdLst/>
              <a:ahLst/>
              <a:cxnLst/>
              <a:rect l="l" t="t" r="r" b="b"/>
              <a:pathLst>
                <a:path w="6422390" h="1823085">
                  <a:moveTo>
                    <a:pt x="6392418" y="0"/>
                  </a:moveTo>
                  <a:lnTo>
                    <a:pt x="29718" y="0"/>
                  </a:lnTo>
                  <a:lnTo>
                    <a:pt x="18162" y="2339"/>
                  </a:lnTo>
                  <a:lnTo>
                    <a:pt x="8715" y="8715"/>
                  </a:lnTo>
                  <a:lnTo>
                    <a:pt x="2339" y="18162"/>
                  </a:lnTo>
                  <a:lnTo>
                    <a:pt x="0" y="29718"/>
                  </a:lnTo>
                  <a:lnTo>
                    <a:pt x="0" y="1792986"/>
                  </a:lnTo>
                  <a:lnTo>
                    <a:pt x="2339" y="1804541"/>
                  </a:lnTo>
                  <a:lnTo>
                    <a:pt x="8715" y="1813988"/>
                  </a:lnTo>
                  <a:lnTo>
                    <a:pt x="18162" y="1820364"/>
                  </a:lnTo>
                  <a:lnTo>
                    <a:pt x="29718" y="1822704"/>
                  </a:lnTo>
                  <a:lnTo>
                    <a:pt x="6392418" y="1822704"/>
                  </a:lnTo>
                  <a:lnTo>
                    <a:pt x="6403973" y="1820364"/>
                  </a:lnTo>
                  <a:lnTo>
                    <a:pt x="6413420" y="1813988"/>
                  </a:lnTo>
                  <a:lnTo>
                    <a:pt x="6419796" y="1804541"/>
                  </a:lnTo>
                  <a:lnTo>
                    <a:pt x="6422135" y="1792986"/>
                  </a:lnTo>
                  <a:lnTo>
                    <a:pt x="6422135" y="29718"/>
                  </a:lnTo>
                  <a:lnTo>
                    <a:pt x="6419796" y="18162"/>
                  </a:lnTo>
                  <a:lnTo>
                    <a:pt x="6413420" y="8715"/>
                  </a:lnTo>
                  <a:lnTo>
                    <a:pt x="6403973" y="2339"/>
                  </a:lnTo>
                  <a:lnTo>
                    <a:pt x="6392418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415784" y="2700527"/>
              <a:ext cx="6422390" cy="1823085"/>
            </a:xfrm>
            <a:custGeom>
              <a:avLst/>
              <a:gdLst/>
              <a:ahLst/>
              <a:cxnLst/>
              <a:rect l="l" t="t" r="r" b="b"/>
              <a:pathLst>
                <a:path w="6422390" h="1823085">
                  <a:moveTo>
                    <a:pt x="0" y="29718"/>
                  </a:moveTo>
                  <a:lnTo>
                    <a:pt x="2339" y="18162"/>
                  </a:lnTo>
                  <a:lnTo>
                    <a:pt x="8715" y="8715"/>
                  </a:lnTo>
                  <a:lnTo>
                    <a:pt x="18162" y="2339"/>
                  </a:lnTo>
                  <a:lnTo>
                    <a:pt x="29718" y="0"/>
                  </a:lnTo>
                  <a:lnTo>
                    <a:pt x="6392418" y="0"/>
                  </a:lnTo>
                  <a:lnTo>
                    <a:pt x="6403973" y="2339"/>
                  </a:lnTo>
                  <a:lnTo>
                    <a:pt x="6413420" y="8715"/>
                  </a:lnTo>
                  <a:lnTo>
                    <a:pt x="6419796" y="18162"/>
                  </a:lnTo>
                  <a:lnTo>
                    <a:pt x="6422135" y="29718"/>
                  </a:lnTo>
                  <a:lnTo>
                    <a:pt x="6422135" y="1792986"/>
                  </a:lnTo>
                  <a:lnTo>
                    <a:pt x="6419796" y="1804541"/>
                  </a:lnTo>
                  <a:lnTo>
                    <a:pt x="6413420" y="1813988"/>
                  </a:lnTo>
                  <a:lnTo>
                    <a:pt x="6403973" y="1820364"/>
                  </a:lnTo>
                  <a:lnTo>
                    <a:pt x="6392418" y="1822704"/>
                  </a:lnTo>
                  <a:lnTo>
                    <a:pt x="29718" y="1822704"/>
                  </a:lnTo>
                  <a:lnTo>
                    <a:pt x="18162" y="1820364"/>
                  </a:lnTo>
                  <a:lnTo>
                    <a:pt x="8715" y="1813988"/>
                  </a:lnTo>
                  <a:lnTo>
                    <a:pt x="2339" y="1804541"/>
                  </a:lnTo>
                  <a:lnTo>
                    <a:pt x="0" y="1792986"/>
                  </a:lnTo>
                  <a:lnTo>
                    <a:pt x="0" y="29718"/>
                  </a:lnTo>
                  <a:close/>
                </a:path>
              </a:pathLst>
            </a:custGeom>
            <a:ln w="24384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624698" y="2891154"/>
            <a:ext cx="5911850" cy="13849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60">
                <a:solidFill>
                  <a:srgbClr val="D3D3D1"/>
                </a:solidFill>
                <a:latin typeface="Calibri"/>
                <a:cs typeface="Calibri"/>
              </a:rPr>
              <a:t>Multi-</a:t>
            </a:r>
            <a:r>
              <a:rPr dirty="0" sz="1950" spc="105">
                <a:solidFill>
                  <a:srgbClr val="D3D3D1"/>
                </a:solidFill>
                <a:latin typeface="Calibri"/>
                <a:cs typeface="Calibri"/>
              </a:rPr>
              <a:t>modal</a:t>
            </a:r>
            <a:r>
              <a:rPr dirty="0" sz="1950" spc="80">
                <a:solidFill>
                  <a:srgbClr val="D3D3D1"/>
                </a:solidFill>
                <a:latin typeface="Calibri"/>
                <a:cs typeface="Calibri"/>
              </a:rPr>
              <a:t> Detection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34200"/>
              </a:lnSpc>
              <a:spcBef>
                <a:spcPts val="880"/>
              </a:spcBef>
            </a:pP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I⭲tcgíatc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tkcímal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4">
                <a:solidFill>
                  <a:srgbClr val="D3D3D1"/>
                </a:solidFill>
                <a:latin typeface="Arial"/>
                <a:cs typeface="Arial"/>
              </a:rPr>
              <a:t>sca⭲⭲i⭲g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capabilitics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co⭲tactlcss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tcmpcíat"íc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mcas"ícmc⭲t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add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social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5">
                <a:solidFill>
                  <a:srgbClr val="D3D3D1"/>
                </a:solidFill>
                <a:latin typeface="Arial"/>
                <a:cs typeface="Arial"/>
              </a:rPr>
              <a:t>dista⭲ci⭲g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:iolatio⭲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"si⭲g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posc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cstimatio⭲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algoíitkms.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80287" y="4709159"/>
            <a:ext cx="6446520" cy="1850389"/>
            <a:chOff x="780287" y="4709159"/>
            <a:chExt cx="6446520" cy="1850389"/>
          </a:xfrm>
        </p:grpSpPr>
        <p:sp>
          <p:nvSpPr>
            <p:cNvPr id="16" name="object 16"/>
            <p:cNvSpPr/>
            <p:nvPr/>
          </p:nvSpPr>
          <p:spPr>
            <a:xfrm>
              <a:off x="792479" y="4721351"/>
              <a:ext cx="6422390" cy="1826260"/>
            </a:xfrm>
            <a:custGeom>
              <a:avLst/>
              <a:gdLst/>
              <a:ahLst/>
              <a:cxnLst/>
              <a:rect l="l" t="t" r="r" b="b"/>
              <a:pathLst>
                <a:path w="6422390" h="1826259">
                  <a:moveTo>
                    <a:pt x="6392291" y="0"/>
                  </a:moveTo>
                  <a:lnTo>
                    <a:pt x="29794" y="0"/>
                  </a:lnTo>
                  <a:lnTo>
                    <a:pt x="18195" y="2341"/>
                  </a:lnTo>
                  <a:lnTo>
                    <a:pt x="8724" y="8731"/>
                  </a:lnTo>
                  <a:lnTo>
                    <a:pt x="2340" y="18216"/>
                  </a:lnTo>
                  <a:lnTo>
                    <a:pt x="0" y="29845"/>
                  </a:lnTo>
                  <a:lnTo>
                    <a:pt x="0" y="1795907"/>
                  </a:lnTo>
                  <a:lnTo>
                    <a:pt x="2340" y="1807535"/>
                  </a:lnTo>
                  <a:lnTo>
                    <a:pt x="8724" y="1817020"/>
                  </a:lnTo>
                  <a:lnTo>
                    <a:pt x="18195" y="1823410"/>
                  </a:lnTo>
                  <a:lnTo>
                    <a:pt x="29794" y="1825752"/>
                  </a:lnTo>
                  <a:lnTo>
                    <a:pt x="6392291" y="1825752"/>
                  </a:lnTo>
                  <a:lnTo>
                    <a:pt x="6403919" y="1823410"/>
                  </a:lnTo>
                  <a:lnTo>
                    <a:pt x="6413404" y="1817020"/>
                  </a:lnTo>
                  <a:lnTo>
                    <a:pt x="6419794" y="1807535"/>
                  </a:lnTo>
                  <a:lnTo>
                    <a:pt x="6422136" y="1795907"/>
                  </a:lnTo>
                  <a:lnTo>
                    <a:pt x="6422136" y="29845"/>
                  </a:lnTo>
                  <a:lnTo>
                    <a:pt x="6419794" y="18216"/>
                  </a:lnTo>
                  <a:lnTo>
                    <a:pt x="6413404" y="8731"/>
                  </a:lnTo>
                  <a:lnTo>
                    <a:pt x="6403919" y="2341"/>
                  </a:lnTo>
                  <a:lnTo>
                    <a:pt x="6392291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2479" y="4721351"/>
              <a:ext cx="6422390" cy="1826260"/>
            </a:xfrm>
            <a:custGeom>
              <a:avLst/>
              <a:gdLst/>
              <a:ahLst/>
              <a:cxnLst/>
              <a:rect l="l" t="t" r="r" b="b"/>
              <a:pathLst>
                <a:path w="6422390" h="1826259">
                  <a:moveTo>
                    <a:pt x="0" y="29845"/>
                  </a:moveTo>
                  <a:lnTo>
                    <a:pt x="2340" y="18216"/>
                  </a:lnTo>
                  <a:lnTo>
                    <a:pt x="8724" y="8731"/>
                  </a:lnTo>
                  <a:lnTo>
                    <a:pt x="18195" y="2341"/>
                  </a:lnTo>
                  <a:lnTo>
                    <a:pt x="29794" y="0"/>
                  </a:lnTo>
                  <a:lnTo>
                    <a:pt x="6392291" y="0"/>
                  </a:lnTo>
                  <a:lnTo>
                    <a:pt x="6403919" y="2341"/>
                  </a:lnTo>
                  <a:lnTo>
                    <a:pt x="6413404" y="8731"/>
                  </a:lnTo>
                  <a:lnTo>
                    <a:pt x="6419794" y="18216"/>
                  </a:lnTo>
                  <a:lnTo>
                    <a:pt x="6422136" y="29845"/>
                  </a:lnTo>
                  <a:lnTo>
                    <a:pt x="6422136" y="1795907"/>
                  </a:lnTo>
                  <a:lnTo>
                    <a:pt x="6419794" y="1807535"/>
                  </a:lnTo>
                  <a:lnTo>
                    <a:pt x="6413404" y="1817020"/>
                  </a:lnTo>
                  <a:lnTo>
                    <a:pt x="6403919" y="1823410"/>
                  </a:lnTo>
                  <a:lnTo>
                    <a:pt x="6392291" y="1825752"/>
                  </a:lnTo>
                  <a:lnTo>
                    <a:pt x="29794" y="1825752"/>
                  </a:lnTo>
                  <a:lnTo>
                    <a:pt x="18195" y="1823410"/>
                  </a:lnTo>
                  <a:lnTo>
                    <a:pt x="8724" y="1817020"/>
                  </a:lnTo>
                  <a:lnTo>
                    <a:pt x="2340" y="1807535"/>
                  </a:lnTo>
                  <a:lnTo>
                    <a:pt x="0" y="1795907"/>
                  </a:lnTo>
                  <a:lnTo>
                    <a:pt x="0" y="29845"/>
                  </a:lnTo>
                  <a:close/>
                </a:path>
              </a:pathLst>
            </a:custGeom>
            <a:ln w="24384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02588" y="4914087"/>
            <a:ext cx="5826760" cy="1385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55">
                <a:solidFill>
                  <a:srgbClr val="D3D3D1"/>
                </a:solidFill>
                <a:latin typeface="Calibri"/>
                <a:cs typeface="Calibri"/>
              </a:rPr>
              <a:t>Mobile</a:t>
            </a:r>
            <a:r>
              <a:rPr dirty="0" sz="1950" spc="4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950" spc="90">
                <a:solidFill>
                  <a:srgbClr val="D3D3D1"/>
                </a:solidFill>
                <a:latin typeface="Calibri"/>
                <a:cs typeface="Calibri"/>
              </a:rPr>
              <a:t>Application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34200"/>
              </a:lnSpc>
              <a:spcBef>
                <a:spcPts val="880"/>
              </a:spcBef>
            </a:pP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Kc:clop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ligktwcigkt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mobilc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app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:císio⭲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"si⭲g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ľc⭲soíIlow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Ḻitc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roí </a:t>
            </a:r>
            <a:r>
              <a:rPr dirty="0" sz="1550" spc="-260">
                <a:solidFill>
                  <a:srgbClr val="D3D3D1"/>
                </a:solidFill>
                <a:latin typeface="Arial"/>
                <a:cs typeface="Arial"/>
              </a:rPr>
              <a:t>o⭲-</a:t>
            </a:r>
            <a:r>
              <a:rPr dirty="0" sz="1550" spc="75">
                <a:solidFill>
                  <a:srgbClr val="D3D3D1"/>
                </a:solidFill>
                <a:latin typeface="Arial"/>
                <a:cs typeface="Arial"/>
              </a:rPr>
              <a:t>dc:icc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30">
                <a:solidFill>
                  <a:srgbClr val="D3D3D1"/>
                </a:solidFill>
                <a:latin typeface="Arial"/>
                <a:cs typeface="Arial"/>
              </a:rPr>
              <a:t>i⭲rcíc⭲cc,</a:t>
            </a:r>
            <a:r>
              <a:rPr dirty="0" sz="1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70">
                <a:solidFill>
                  <a:srgbClr val="D3D3D1"/>
                </a:solidFill>
                <a:latin typeface="Arial"/>
                <a:cs typeface="Arial"/>
              </a:rPr>
              <a:t>c⭲abli⭲g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poítablc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complia⭲cc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35">
                <a:solidFill>
                  <a:srgbClr val="D3D3D1"/>
                </a:solidFill>
                <a:latin typeface="Arial"/>
                <a:cs typeface="Arial"/>
              </a:rPr>
              <a:t>witk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cdgc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comp"ti⭲g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bc⭲crits.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03592" y="4709159"/>
            <a:ext cx="6446520" cy="1850389"/>
            <a:chOff x="7403592" y="4709159"/>
            <a:chExt cx="6446520" cy="1850389"/>
          </a:xfrm>
        </p:grpSpPr>
        <p:sp>
          <p:nvSpPr>
            <p:cNvPr id="20" name="object 20"/>
            <p:cNvSpPr/>
            <p:nvPr/>
          </p:nvSpPr>
          <p:spPr>
            <a:xfrm>
              <a:off x="7415784" y="4721351"/>
              <a:ext cx="6422390" cy="1826260"/>
            </a:xfrm>
            <a:custGeom>
              <a:avLst/>
              <a:gdLst/>
              <a:ahLst/>
              <a:cxnLst/>
              <a:rect l="l" t="t" r="r" b="b"/>
              <a:pathLst>
                <a:path w="6422390" h="1826259">
                  <a:moveTo>
                    <a:pt x="6392291" y="0"/>
                  </a:moveTo>
                  <a:lnTo>
                    <a:pt x="29845" y="0"/>
                  </a:lnTo>
                  <a:lnTo>
                    <a:pt x="18216" y="2341"/>
                  </a:lnTo>
                  <a:lnTo>
                    <a:pt x="8731" y="8731"/>
                  </a:lnTo>
                  <a:lnTo>
                    <a:pt x="2341" y="18216"/>
                  </a:lnTo>
                  <a:lnTo>
                    <a:pt x="0" y="29845"/>
                  </a:lnTo>
                  <a:lnTo>
                    <a:pt x="0" y="1795907"/>
                  </a:lnTo>
                  <a:lnTo>
                    <a:pt x="2341" y="1807535"/>
                  </a:lnTo>
                  <a:lnTo>
                    <a:pt x="8731" y="1817020"/>
                  </a:lnTo>
                  <a:lnTo>
                    <a:pt x="18216" y="1823410"/>
                  </a:lnTo>
                  <a:lnTo>
                    <a:pt x="29845" y="1825752"/>
                  </a:lnTo>
                  <a:lnTo>
                    <a:pt x="6392291" y="1825752"/>
                  </a:lnTo>
                  <a:lnTo>
                    <a:pt x="6403919" y="1823410"/>
                  </a:lnTo>
                  <a:lnTo>
                    <a:pt x="6413404" y="1817020"/>
                  </a:lnTo>
                  <a:lnTo>
                    <a:pt x="6419794" y="1807535"/>
                  </a:lnTo>
                  <a:lnTo>
                    <a:pt x="6422135" y="1795907"/>
                  </a:lnTo>
                  <a:lnTo>
                    <a:pt x="6422135" y="29845"/>
                  </a:lnTo>
                  <a:lnTo>
                    <a:pt x="6419794" y="18216"/>
                  </a:lnTo>
                  <a:lnTo>
                    <a:pt x="6413404" y="8731"/>
                  </a:lnTo>
                  <a:lnTo>
                    <a:pt x="6403919" y="2341"/>
                  </a:lnTo>
                  <a:lnTo>
                    <a:pt x="6392291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415784" y="4721351"/>
              <a:ext cx="6422390" cy="1826260"/>
            </a:xfrm>
            <a:custGeom>
              <a:avLst/>
              <a:gdLst/>
              <a:ahLst/>
              <a:cxnLst/>
              <a:rect l="l" t="t" r="r" b="b"/>
              <a:pathLst>
                <a:path w="6422390" h="1826259">
                  <a:moveTo>
                    <a:pt x="0" y="29845"/>
                  </a:moveTo>
                  <a:lnTo>
                    <a:pt x="2341" y="18216"/>
                  </a:lnTo>
                  <a:lnTo>
                    <a:pt x="8731" y="8731"/>
                  </a:lnTo>
                  <a:lnTo>
                    <a:pt x="18216" y="2341"/>
                  </a:lnTo>
                  <a:lnTo>
                    <a:pt x="29845" y="0"/>
                  </a:lnTo>
                  <a:lnTo>
                    <a:pt x="6392291" y="0"/>
                  </a:lnTo>
                  <a:lnTo>
                    <a:pt x="6403919" y="2341"/>
                  </a:lnTo>
                  <a:lnTo>
                    <a:pt x="6413404" y="8731"/>
                  </a:lnTo>
                  <a:lnTo>
                    <a:pt x="6419794" y="18216"/>
                  </a:lnTo>
                  <a:lnTo>
                    <a:pt x="6422135" y="29845"/>
                  </a:lnTo>
                  <a:lnTo>
                    <a:pt x="6422135" y="1795907"/>
                  </a:lnTo>
                  <a:lnTo>
                    <a:pt x="6419794" y="1807535"/>
                  </a:lnTo>
                  <a:lnTo>
                    <a:pt x="6413404" y="1817020"/>
                  </a:lnTo>
                  <a:lnTo>
                    <a:pt x="6403919" y="1823410"/>
                  </a:lnTo>
                  <a:lnTo>
                    <a:pt x="6392291" y="1825752"/>
                  </a:lnTo>
                  <a:lnTo>
                    <a:pt x="29845" y="1825752"/>
                  </a:lnTo>
                  <a:lnTo>
                    <a:pt x="18216" y="1823410"/>
                  </a:lnTo>
                  <a:lnTo>
                    <a:pt x="8731" y="1817020"/>
                  </a:lnTo>
                  <a:lnTo>
                    <a:pt x="2341" y="1807535"/>
                  </a:lnTo>
                  <a:lnTo>
                    <a:pt x="0" y="1795907"/>
                  </a:lnTo>
                  <a:lnTo>
                    <a:pt x="0" y="29845"/>
                  </a:lnTo>
                  <a:close/>
                </a:path>
              </a:pathLst>
            </a:custGeom>
            <a:ln w="24384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624698" y="4914087"/>
            <a:ext cx="5929630" cy="1385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105">
                <a:solidFill>
                  <a:srgbClr val="D3D3D1"/>
                </a:solidFill>
                <a:latin typeface="Calibri"/>
                <a:cs typeface="Calibri"/>
              </a:rPr>
              <a:t>Transfer</a:t>
            </a:r>
            <a:r>
              <a:rPr dirty="0" sz="1950" spc="6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950" spc="95">
                <a:solidFill>
                  <a:srgbClr val="D3D3D1"/>
                </a:solidFill>
                <a:latin typeface="Calibri"/>
                <a:cs typeface="Calibri"/>
              </a:rPr>
              <a:t>Learning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34200"/>
              </a:lnSpc>
              <a:spcBef>
                <a:spcPts val="880"/>
              </a:spcBef>
            </a:pP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Ḻc:cíagc</a:t>
            </a:r>
            <a:r>
              <a:rPr dirty="0" sz="155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píc-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tíai⭲cd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modcls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likc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MobilcNctV2,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RcsNct50,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35">
                <a:solidFill>
                  <a:srgbClr val="D3D3D1"/>
                </a:solidFill>
                <a:latin typeface="Arial"/>
                <a:cs typeface="Arial"/>
              </a:rPr>
              <a:t>oí 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Erricic⭲tNct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85">
                <a:solidFill>
                  <a:srgbClr val="D3D3D1"/>
                </a:solidFill>
                <a:latin typeface="Arial"/>
                <a:cs typeface="Arial"/>
              </a:rPr>
              <a:t>impío:c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acc"íacQ,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90">
                <a:solidFill>
                  <a:srgbClr val="D3D3D1"/>
                </a:solidFill>
                <a:latin typeface="Arial"/>
                <a:cs typeface="Arial"/>
              </a:rPr>
              <a:t>ícd"cc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55">
                <a:solidFill>
                  <a:srgbClr val="D3D3D1"/>
                </a:solidFill>
                <a:latin typeface="Arial"/>
                <a:cs typeface="Arial"/>
              </a:rPr>
              <a:t>tíai⭲i⭲g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timc,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30">
                <a:solidFill>
                  <a:srgbClr val="D3D3D1"/>
                </a:solidFill>
                <a:latin typeface="Arial"/>
                <a:cs typeface="Arial"/>
              </a:rPr>
              <a:t>c⭲ka⭲cc 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pcíroíma⭲cc </a:t>
            </a:r>
            <a:r>
              <a:rPr dirty="0" sz="1550" spc="-345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ckallc⭲gi⭲g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cdgc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cascs.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304" y="6719356"/>
            <a:ext cx="12999085" cy="66040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550" spc="135">
                <a:solidFill>
                  <a:srgbClr val="D3D3D1"/>
                </a:solidFill>
                <a:latin typeface="Arial"/>
                <a:cs typeface="Arial"/>
              </a:rPr>
              <a:t>ľkcsc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50">
                <a:solidFill>
                  <a:srgbClr val="D3D3D1"/>
                </a:solidFill>
                <a:latin typeface="Arial"/>
                <a:cs typeface="Arial"/>
              </a:rPr>
              <a:t>c⭲ka⭲ccmc⭲ts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will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positio⭲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45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sol"tio⭲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as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compíckc⭲si:c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p"blic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kcaltk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platroím,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adaptablc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c:ol:i⭲g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sarctQ</a:t>
            </a:r>
            <a:r>
              <a:rPr dirty="0" sz="1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ícq"iícmc⭲ts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a⭲d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scalablc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80">
                <a:solidFill>
                  <a:srgbClr val="D3D3D1"/>
                </a:solidFill>
                <a:latin typeface="Arial"/>
                <a:cs typeface="Arial"/>
              </a:rPr>
              <a:t>di:císc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90">
                <a:solidFill>
                  <a:srgbClr val="D3D3D1"/>
                </a:solidFill>
                <a:latin typeface="Arial"/>
                <a:cs typeface="Arial"/>
              </a:rPr>
              <a:t>dcploQmc⭲t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c⭲:iío⭲mc⭲ts.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38176" y="7751062"/>
            <a:ext cx="1725295" cy="411480"/>
            <a:chOff x="12838176" y="7751062"/>
            <a:chExt cx="1725295" cy="411480"/>
          </a:xfrm>
        </p:grpSpPr>
        <p:sp>
          <p:nvSpPr>
            <p:cNvPr id="3" name="object 3"/>
            <p:cNvSpPr/>
            <p:nvPr/>
          </p:nvSpPr>
          <p:spPr>
            <a:xfrm>
              <a:off x="12880848" y="7772399"/>
              <a:ext cx="1624965" cy="317500"/>
            </a:xfrm>
            <a:custGeom>
              <a:avLst/>
              <a:gdLst/>
              <a:ahLst/>
              <a:cxnLst/>
              <a:rect l="l" t="t" r="r" b="b"/>
              <a:pathLst>
                <a:path w="1624965" h="317500">
                  <a:moveTo>
                    <a:pt x="1624584" y="0"/>
                  </a:moveTo>
                  <a:lnTo>
                    <a:pt x="0" y="0"/>
                  </a:lnTo>
                  <a:lnTo>
                    <a:pt x="0" y="316992"/>
                  </a:lnTo>
                  <a:lnTo>
                    <a:pt x="1624584" y="316992"/>
                  </a:lnTo>
                  <a:lnTo>
                    <a:pt x="16245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880848" y="7772399"/>
              <a:ext cx="1624965" cy="317500"/>
            </a:xfrm>
            <a:custGeom>
              <a:avLst/>
              <a:gdLst/>
              <a:ahLst/>
              <a:cxnLst/>
              <a:rect l="l" t="t" r="r" b="b"/>
              <a:pathLst>
                <a:path w="1624965" h="317500">
                  <a:moveTo>
                    <a:pt x="0" y="316992"/>
                  </a:moveTo>
                  <a:lnTo>
                    <a:pt x="1624584" y="316992"/>
                  </a:lnTo>
                  <a:lnTo>
                    <a:pt x="1624584" y="0"/>
                  </a:lnTo>
                  <a:lnTo>
                    <a:pt x="0" y="0"/>
                  </a:lnTo>
                  <a:lnTo>
                    <a:pt x="0" y="316992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1304" y="969009"/>
            <a:ext cx="4371975" cy="621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00" spc="120"/>
              <a:t>Model</a:t>
            </a:r>
            <a:r>
              <a:rPr dirty="0" sz="3900" spc="15"/>
              <a:t> </a:t>
            </a:r>
            <a:r>
              <a:rPr dirty="0" sz="3900" spc="190"/>
              <a:t>Architecture</a:t>
            </a:r>
            <a:endParaRPr sz="3900"/>
          </a:p>
        </p:txBody>
      </p:sp>
      <p:sp>
        <p:nvSpPr>
          <p:cNvPr id="6" name="object 6"/>
          <p:cNvSpPr txBox="1"/>
          <p:nvPr/>
        </p:nvSpPr>
        <p:spPr>
          <a:xfrm>
            <a:off x="781304" y="3683584"/>
            <a:ext cx="6249670" cy="283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150" b="1">
                <a:solidFill>
                  <a:srgbClr val="D3D3D1"/>
                </a:solidFill>
                <a:latin typeface="Arial"/>
                <a:cs typeface="Arial"/>
              </a:rPr>
              <a:t>I⭲p"t</a:t>
            </a:r>
            <a:r>
              <a:rPr dirty="0" sz="1550" spc="-9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5" b="1">
                <a:solidFill>
                  <a:srgbClr val="D3D3D1"/>
                </a:solidFill>
                <a:latin typeface="Arial"/>
                <a:cs typeface="Arial"/>
              </a:rPr>
              <a:t>ḺaQcí:</a:t>
            </a:r>
            <a:r>
              <a:rPr dirty="0" sz="1550" spc="-10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224×224×«</a:t>
            </a:r>
            <a:r>
              <a:rPr dirty="0" sz="1550" spc="-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40">
                <a:solidFill>
                  <a:srgbClr val="D3D3D1"/>
                </a:solidFill>
                <a:latin typeface="Arial"/>
                <a:cs typeface="Arial"/>
              </a:rPr>
              <a:t>RGB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imagcs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140" b="1">
                <a:solidFill>
                  <a:srgbClr val="D3D3D1"/>
                </a:solidFill>
                <a:latin typeface="Arial"/>
                <a:cs typeface="Arial"/>
              </a:rPr>
              <a:t>Co⭲:ol"tio⭲al</a:t>
            </a:r>
            <a:r>
              <a:rPr dirty="0" sz="1550" spc="-114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0" b="1">
                <a:solidFill>
                  <a:srgbClr val="D3D3D1"/>
                </a:solidFill>
                <a:latin typeface="Arial"/>
                <a:cs typeface="Arial"/>
              </a:rPr>
              <a:t>ḺaQcís:</a:t>
            </a:r>
            <a:r>
              <a:rPr dirty="0" sz="1550" spc="-10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«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blocks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«2,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64,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80">
                <a:solidFill>
                  <a:srgbClr val="D3D3D1"/>
                </a:solidFill>
                <a:latin typeface="Arial"/>
                <a:cs typeface="Arial"/>
              </a:rPr>
              <a:t>12®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riltcís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"si⭲g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«×«</a:t>
            </a:r>
            <a:endParaRPr sz="155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640"/>
              </a:spcBef>
            </a:pP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kcí⭲cls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RcḺU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acti:atio⭲</a:t>
            </a:r>
            <a:endParaRPr sz="1550">
              <a:latin typeface="Arial"/>
              <a:cs typeface="Arial"/>
            </a:endParaRPr>
          </a:p>
          <a:p>
            <a:pPr marL="356870" marR="508000" indent="-344805">
              <a:lnSpc>
                <a:spcPct val="134200"/>
              </a:lnSpc>
              <a:spcBef>
                <a:spcPts val="55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170" b="1">
                <a:solidFill>
                  <a:srgbClr val="D3D3D1"/>
                </a:solidFill>
                <a:latin typeface="Arial"/>
                <a:cs typeface="Arial"/>
              </a:rPr>
              <a:t>Pooli⭲g</a:t>
            </a:r>
            <a:r>
              <a:rPr dirty="0" sz="1550" spc="-8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0" b="1">
                <a:solidFill>
                  <a:srgbClr val="D3D3D1"/>
                </a:solidFill>
                <a:latin typeface="Arial"/>
                <a:cs typeface="Arial"/>
              </a:rPr>
              <a:t>ḺaQcís:</a:t>
            </a:r>
            <a:r>
              <a:rPr dirty="0" sz="1550" spc="-6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MaxPooli⭲g2K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(2×2) artcí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cack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95">
                <a:solidFill>
                  <a:srgbClr val="D3D3D1"/>
                </a:solidFill>
                <a:latin typeface="Arial"/>
                <a:cs typeface="Arial"/>
              </a:rPr>
              <a:t>co⭲: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block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roí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spatial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dow⭲sampli⭲g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50" b="1">
                <a:solidFill>
                  <a:srgbClr val="D3D3D1"/>
                </a:solidFill>
                <a:latin typeface="Arial"/>
                <a:cs typeface="Arial"/>
              </a:rPr>
              <a:t>Kíopo"t:</a:t>
            </a:r>
            <a:r>
              <a:rPr dirty="0" sz="1550" spc="-9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50%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5">
                <a:solidFill>
                  <a:srgbClr val="D3D3D1"/>
                </a:solidFill>
                <a:latin typeface="Arial"/>
                <a:cs typeface="Arial"/>
              </a:rPr>
              <a:t>díopo"t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íatc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píc:c⭲t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o:círitti⭲g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200" b="1">
                <a:solidFill>
                  <a:srgbClr val="D3D3D1"/>
                </a:solidFill>
                <a:latin typeface="Arial"/>
                <a:cs typeface="Arial"/>
              </a:rPr>
              <a:t>Kc⭲sc</a:t>
            </a:r>
            <a:r>
              <a:rPr dirty="0" sz="1550" spc="-10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0" b="1">
                <a:solidFill>
                  <a:srgbClr val="D3D3D1"/>
                </a:solidFill>
                <a:latin typeface="Arial"/>
                <a:cs typeface="Arial"/>
              </a:rPr>
              <a:t>ḺaQcís:</a:t>
            </a:r>
            <a:r>
              <a:rPr dirty="0" sz="1550" spc="-10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I"llQ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35">
                <a:solidFill>
                  <a:srgbClr val="D3D3D1"/>
                </a:solidFill>
                <a:latin typeface="Arial"/>
                <a:cs typeface="Arial"/>
              </a:rPr>
              <a:t>co⭲⭲cctcd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laQcí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85">
                <a:solidFill>
                  <a:srgbClr val="D3D3D1"/>
                </a:solidFill>
                <a:latin typeface="Arial"/>
                <a:cs typeface="Arial"/>
              </a:rPr>
              <a:t>12®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⭲c"ío⭲s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10" b="1">
                <a:solidFill>
                  <a:srgbClr val="D3D3D1"/>
                </a:solidFill>
                <a:latin typeface="Arial"/>
                <a:cs typeface="Arial"/>
              </a:rPr>
              <a:t>O"tp"t</a:t>
            </a:r>
            <a:r>
              <a:rPr dirty="0" sz="1550" spc="-12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5" b="1">
                <a:solidFill>
                  <a:srgbClr val="D3D3D1"/>
                </a:solidFill>
                <a:latin typeface="Arial"/>
                <a:cs typeface="Arial"/>
              </a:rPr>
              <a:t>ḺaQcí:</a:t>
            </a:r>
            <a:r>
              <a:rPr dirty="0" sz="1550" spc="-7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Sigmoid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acti:atio⭲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85">
                <a:solidFill>
                  <a:srgbClr val="D3D3D1"/>
                </a:solidFill>
                <a:latin typeface="Arial"/>
                <a:cs typeface="Arial"/>
              </a:rPr>
              <a:t>bi⭲aíQ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classiricatio⭲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1304" y="1976628"/>
            <a:ext cx="12745085" cy="1458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95"/>
              </a:spcBef>
            </a:pPr>
            <a:r>
              <a:rPr dirty="0" sz="1550" spc="9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CNN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aíckitcct"íc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is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spcciricallQ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dcsig⭲cd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crricic⭲t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80">
                <a:solidFill>
                  <a:srgbClr val="D3D3D1"/>
                </a:solidFill>
                <a:latin typeface="Arial"/>
                <a:cs typeface="Arial"/>
              </a:rPr>
              <a:t>bi⭲aíQ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classiricatio⭲</a:t>
            </a:r>
            <a:r>
              <a:rPr dirty="0" sz="1550" spc="-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wkilc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75">
                <a:solidFill>
                  <a:srgbClr val="D3D3D1"/>
                </a:solidFill>
                <a:latin typeface="Arial"/>
                <a:cs typeface="Arial"/>
              </a:rPr>
              <a:t>mai⭲tai⭲i⭲g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kigk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acc"íacQ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45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racc mask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tasks.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80">
                <a:solidFill>
                  <a:srgbClr val="D3D3D1"/>
                </a:solidFill>
                <a:latin typeface="Arial"/>
                <a:cs typeface="Arial"/>
              </a:rPr>
              <a:t>ľkc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85">
                <a:solidFill>
                  <a:srgbClr val="D3D3D1"/>
                </a:solidFill>
                <a:latin typeface="Arial"/>
                <a:cs typeface="Arial"/>
              </a:rPr>
              <a:t>bala⭲ccs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dcptk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3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comp"tatio⭲al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0">
                <a:solidFill>
                  <a:srgbClr val="D3D3D1"/>
                </a:solidFill>
                <a:latin typeface="Arial"/>
                <a:cs typeface="Arial"/>
              </a:rPr>
              <a:t>crricic⭲cQ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5">
                <a:solidFill>
                  <a:srgbClr val="D3D3D1"/>
                </a:solidFill>
                <a:latin typeface="Arial"/>
                <a:cs typeface="Arial"/>
              </a:rPr>
              <a:t>c⭲ablc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ícal-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timc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i⭲rcíc⭲cc.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6784975" algn="l"/>
              </a:tabLst>
            </a:pPr>
            <a:r>
              <a:rPr dirty="0" sz="2300" spc="120">
                <a:solidFill>
                  <a:srgbClr val="F3F3F1"/>
                </a:solidFill>
                <a:latin typeface="Calibri"/>
                <a:cs typeface="Calibri"/>
              </a:rPr>
              <a:t>Network</a:t>
            </a:r>
            <a:r>
              <a:rPr dirty="0" sz="2300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2300" spc="114">
                <a:solidFill>
                  <a:srgbClr val="F3F3F1"/>
                </a:solidFill>
                <a:latin typeface="Calibri"/>
                <a:cs typeface="Calibri"/>
              </a:rPr>
              <a:t>Structure</a:t>
            </a:r>
            <a:r>
              <a:rPr dirty="0" sz="2300">
                <a:solidFill>
                  <a:srgbClr val="F3F3F1"/>
                </a:solidFill>
                <a:latin typeface="Calibri"/>
                <a:cs typeface="Calibri"/>
              </a:rPr>
              <a:t>	</a:t>
            </a:r>
            <a:r>
              <a:rPr dirty="0" sz="2300" spc="120">
                <a:solidFill>
                  <a:srgbClr val="F3F3F1"/>
                </a:solidFill>
                <a:latin typeface="Calibri"/>
                <a:cs typeface="Calibri"/>
              </a:rPr>
              <a:t>Training</a:t>
            </a:r>
            <a:r>
              <a:rPr dirty="0" sz="2300" spc="45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2300" spc="100">
                <a:solidFill>
                  <a:srgbClr val="F3F3F1"/>
                </a:solidFill>
                <a:latin typeface="Calibri"/>
                <a:cs typeface="Calibri"/>
              </a:rPr>
              <a:t>Configuration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3959" y="3683584"/>
            <a:ext cx="4387850" cy="2199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60" b="1">
                <a:solidFill>
                  <a:srgbClr val="D3D3D1"/>
                </a:solidFill>
                <a:latin typeface="Arial"/>
                <a:cs typeface="Arial"/>
              </a:rPr>
              <a:t>Optimizcí:</a:t>
            </a:r>
            <a:r>
              <a:rPr dirty="0" sz="1550" spc="-9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Adam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55">
                <a:solidFill>
                  <a:srgbClr val="D3D3D1"/>
                </a:solidFill>
                <a:latin typeface="Arial"/>
                <a:cs typeface="Arial"/>
              </a:rPr>
              <a:t>lcaí⭲i⭲g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íatc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0.0001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80" b="1">
                <a:solidFill>
                  <a:srgbClr val="D3D3D1"/>
                </a:solidFill>
                <a:latin typeface="Arial"/>
                <a:cs typeface="Arial"/>
              </a:rPr>
              <a:t>Ḻoss</a:t>
            </a:r>
            <a:r>
              <a:rPr dirty="0" sz="1550" spc="-9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50" b="1">
                <a:solidFill>
                  <a:srgbClr val="D3D3D1"/>
                </a:solidFill>
                <a:latin typeface="Arial"/>
                <a:cs typeface="Arial"/>
              </a:rPr>
              <a:t>I"⭲ctio⭲:</a:t>
            </a:r>
            <a:r>
              <a:rPr dirty="0" sz="1550" spc="-8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95">
                <a:solidFill>
                  <a:srgbClr val="D3D3D1"/>
                </a:solidFill>
                <a:latin typeface="Arial"/>
                <a:cs typeface="Arial"/>
              </a:rPr>
              <a:t>Bi⭲aíQ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cíossc⭲tíopQ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8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60" b="1">
                <a:solidFill>
                  <a:srgbClr val="D3D3D1"/>
                </a:solidFill>
                <a:latin typeface="Arial"/>
                <a:cs typeface="Arial"/>
              </a:rPr>
              <a:t>Batck</a:t>
            </a:r>
            <a:r>
              <a:rPr dirty="0" sz="1550" spc="-7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80" b="1">
                <a:solidFill>
                  <a:srgbClr val="D3D3D1"/>
                </a:solidFill>
                <a:latin typeface="Arial"/>
                <a:cs typeface="Arial"/>
              </a:rPr>
              <a:t>Sizc:</a:t>
            </a:r>
            <a:r>
              <a:rPr dirty="0" sz="1550" spc="-7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«2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imagcs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pcí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batck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90" b="1">
                <a:solidFill>
                  <a:srgbClr val="D3D3D1"/>
                </a:solidFill>
                <a:latin typeface="Arial"/>
                <a:cs typeface="Arial"/>
              </a:rPr>
              <a:t>Epocks:</a:t>
            </a:r>
            <a:r>
              <a:rPr dirty="0" sz="1550" spc="-5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50</a:t>
            </a:r>
            <a:r>
              <a:rPr dirty="0" sz="1550" spc="-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caílQ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stoppi⭲g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(patic⭲cc=5)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9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130" b="1">
                <a:solidFill>
                  <a:srgbClr val="D3D3D1"/>
                </a:solidFill>
                <a:latin typeface="Arial"/>
                <a:cs typeface="Arial"/>
              </a:rPr>
              <a:t>Validatio⭲:</a:t>
            </a:r>
            <a:r>
              <a:rPr dirty="0" sz="1550" spc="-95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20%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or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50">
                <a:solidFill>
                  <a:srgbClr val="D3D3D1"/>
                </a:solidFill>
                <a:latin typeface="Arial"/>
                <a:cs typeface="Arial"/>
              </a:rPr>
              <a:t>tíai⭲i⭲g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data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endParaRPr sz="155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18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1550" spc="-40" b="1">
                <a:solidFill>
                  <a:srgbClr val="D3D3D1"/>
                </a:solidFill>
                <a:latin typeface="Arial"/>
                <a:cs typeface="Arial"/>
              </a:rPr>
              <a:t>Mctíics:</a:t>
            </a:r>
            <a:r>
              <a:rPr dirty="0" sz="1550" spc="-80" b="1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Acc"íacQ,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píccisio⭲,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íccall,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25">
                <a:solidFill>
                  <a:srgbClr val="D3D3D1"/>
                </a:solidFill>
                <a:latin typeface="Arial"/>
                <a:cs typeface="Arial"/>
              </a:rPr>
              <a:t>I1-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scoíc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3959" y="6036690"/>
            <a:ext cx="5958205" cy="976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200"/>
              </a:lnSpc>
              <a:spcBef>
                <a:spcPts val="95"/>
              </a:spcBef>
            </a:pPr>
            <a:r>
              <a:rPr dirty="0" sz="1550" spc="204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was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tíai⭲cd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45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NVIKIA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0">
                <a:solidFill>
                  <a:srgbClr val="D3D3D1"/>
                </a:solidFill>
                <a:latin typeface="Arial"/>
                <a:cs typeface="Arial"/>
              </a:rPr>
              <a:t>GPU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i⭲ríastí"ct"íc,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ackic:i⭲g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co⭲:cígc⭲cc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3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appíoximatclQ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45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mi⭲"tcs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D3D3D1"/>
                </a:solidFill>
                <a:latin typeface="Arial"/>
                <a:cs typeface="Arial"/>
              </a:rPr>
              <a:t>co⭲sistc⭲t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:alidatio⭲ pcíroíma⭲cc.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13792" y="7748016"/>
            <a:ext cx="1750060" cy="424180"/>
            <a:chOff x="12813792" y="7748016"/>
            <a:chExt cx="1750060" cy="424180"/>
          </a:xfrm>
        </p:grpSpPr>
        <p:sp>
          <p:nvSpPr>
            <p:cNvPr id="3" name="object 3"/>
            <p:cNvSpPr/>
            <p:nvPr/>
          </p:nvSpPr>
          <p:spPr>
            <a:xfrm>
              <a:off x="12819888" y="7754112"/>
              <a:ext cx="1694814" cy="411480"/>
            </a:xfrm>
            <a:custGeom>
              <a:avLst/>
              <a:gdLst/>
              <a:ahLst/>
              <a:cxnLst/>
              <a:rect l="l" t="t" r="r" b="b"/>
              <a:pathLst>
                <a:path w="1694815" h="411479">
                  <a:moveTo>
                    <a:pt x="1694688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1694688" y="411480"/>
                  </a:lnTo>
                  <a:lnTo>
                    <a:pt x="1694688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819888" y="7754112"/>
              <a:ext cx="1694814" cy="411480"/>
            </a:xfrm>
            <a:custGeom>
              <a:avLst/>
              <a:gdLst/>
              <a:ahLst/>
              <a:cxnLst/>
              <a:rect l="l" t="t" r="r" b="b"/>
              <a:pathLst>
                <a:path w="1694815" h="411479">
                  <a:moveTo>
                    <a:pt x="0" y="411480"/>
                  </a:moveTo>
                  <a:lnTo>
                    <a:pt x="1694688" y="411480"/>
                  </a:lnTo>
                  <a:lnTo>
                    <a:pt x="1694688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1304" y="539953"/>
            <a:ext cx="433133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80"/>
              <a:t>Model</a:t>
            </a:r>
            <a:r>
              <a:rPr dirty="0" sz="2500" spc="5"/>
              <a:t> </a:t>
            </a:r>
            <a:r>
              <a:rPr dirty="0" sz="2500" spc="140"/>
              <a:t>Performance</a:t>
            </a:r>
            <a:r>
              <a:rPr dirty="0" sz="2500" spc="55"/>
              <a:t> </a:t>
            </a:r>
            <a:r>
              <a:rPr dirty="0" sz="2500" spc="50"/>
              <a:t>&amp;</a:t>
            </a:r>
            <a:r>
              <a:rPr dirty="0" sz="2500" spc="35"/>
              <a:t> </a:t>
            </a:r>
            <a:r>
              <a:rPr dirty="0" sz="2500" spc="160"/>
              <a:t>Results</a:t>
            </a:r>
            <a:endParaRPr sz="2500"/>
          </a:p>
        </p:txBody>
      </p:sp>
      <p:sp>
        <p:nvSpPr>
          <p:cNvPr id="6" name="object 6"/>
          <p:cNvSpPr txBox="1"/>
          <p:nvPr/>
        </p:nvSpPr>
        <p:spPr>
          <a:xfrm>
            <a:off x="781304" y="1238250"/>
            <a:ext cx="100857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0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D3D3D1"/>
                </a:solidFill>
                <a:latin typeface="Arial"/>
                <a:cs typeface="Arial"/>
              </a:rPr>
              <a:t>tíai⭲cd</a:t>
            </a:r>
            <a:r>
              <a:rPr dirty="0" sz="10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dcmo⭲stíatcs</a:t>
            </a:r>
            <a:r>
              <a:rPr dirty="0" sz="10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40">
                <a:solidFill>
                  <a:srgbClr val="D3D3D1"/>
                </a:solidFill>
                <a:latin typeface="Arial"/>
                <a:cs typeface="Arial"/>
              </a:rPr>
              <a:t>cxccllc⭲t</a:t>
            </a:r>
            <a:r>
              <a:rPr dirty="0" sz="10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pcíroíma⭲cc</a:t>
            </a:r>
            <a:r>
              <a:rPr dirty="0" sz="100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10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0">
                <a:solidFill>
                  <a:srgbClr val="D3D3D1"/>
                </a:solidFill>
                <a:latin typeface="Arial"/>
                <a:cs typeface="Arial"/>
              </a:rPr>
              <a:t>kcQ</a:t>
            </a:r>
            <a:r>
              <a:rPr dirty="0" sz="100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mctíics,</a:t>
            </a:r>
            <a:r>
              <a:rPr dirty="0" sz="100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85">
                <a:solidFill>
                  <a:srgbClr val="D3D3D1"/>
                </a:solidFill>
                <a:latin typeface="Arial"/>
                <a:cs typeface="Arial"/>
              </a:rPr>
              <a:t>i⭲dicati⭲g</a:t>
            </a:r>
            <a:r>
              <a:rPr dirty="0" sz="10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D3D3D1"/>
                </a:solidFill>
                <a:latin typeface="Arial"/>
                <a:cs typeface="Arial"/>
              </a:rPr>
              <a:t>stío⭲g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60">
                <a:solidFill>
                  <a:srgbClr val="D3D3D1"/>
                </a:solidFill>
                <a:latin typeface="Arial"/>
                <a:cs typeface="Arial"/>
              </a:rPr>
              <a:t>gc⭲cíalizatio⭲</a:t>
            </a:r>
            <a:r>
              <a:rPr dirty="0" sz="10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capabilitQ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5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píactical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:iabilitQ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D3D3D1"/>
                </a:solidFill>
                <a:latin typeface="Arial"/>
                <a:cs typeface="Arial"/>
              </a:rPr>
              <a:t>dcploQmc⭲t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29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0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ícal-woíld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scc⭲aíios.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1578864"/>
            <a:ext cx="8479535" cy="47457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1304" y="6582536"/>
            <a:ext cx="4069079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85">
                <a:solidFill>
                  <a:srgbClr val="F3F3F1"/>
                </a:solidFill>
                <a:latin typeface="Calibri"/>
                <a:cs typeface="Calibri"/>
              </a:rPr>
              <a:t>Accuracy</a:t>
            </a:r>
            <a:r>
              <a:rPr dirty="0" sz="1250" spc="15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1250" spc="75">
                <a:solidFill>
                  <a:srgbClr val="F3F3F1"/>
                </a:solidFill>
                <a:latin typeface="Calibri"/>
                <a:cs typeface="Calibri"/>
              </a:rPr>
              <a:t>Analysis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33100"/>
              </a:lnSpc>
              <a:spcBef>
                <a:spcPts val="955"/>
              </a:spcBef>
            </a:pPr>
            <a:r>
              <a:rPr dirty="0" sz="1000" spc="130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ackic:cd</a:t>
            </a:r>
            <a:r>
              <a:rPr dirty="0" sz="100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35" b="1">
                <a:solidFill>
                  <a:srgbClr val="FFBB8F"/>
                </a:solidFill>
                <a:latin typeface="Arial"/>
                <a:cs typeface="Arial"/>
              </a:rPr>
              <a:t>95.2% </a:t>
            </a:r>
            <a:r>
              <a:rPr dirty="0" sz="1000" spc="-20" b="1">
                <a:solidFill>
                  <a:srgbClr val="FFBB8F"/>
                </a:solidFill>
                <a:latin typeface="Arial"/>
                <a:cs typeface="Arial"/>
              </a:rPr>
              <a:t>tcst</a:t>
            </a:r>
            <a:r>
              <a:rPr dirty="0" sz="1000" spc="-35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z="1000" spc="-50" b="1">
                <a:solidFill>
                  <a:srgbClr val="FFBB8F"/>
                </a:solidFill>
                <a:latin typeface="Arial"/>
                <a:cs typeface="Arial"/>
              </a:rPr>
              <a:t>acc"íacQ</a:t>
            </a:r>
            <a:r>
              <a:rPr dirty="0" sz="1000" spc="-50">
                <a:solidFill>
                  <a:srgbClr val="D3D3D1"/>
                </a:solidFill>
                <a:latin typeface="Arial"/>
                <a:cs typeface="Arial"/>
              </a:rPr>
              <a:t>,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D3D3D1"/>
                </a:solidFill>
                <a:latin typeface="Arial"/>
                <a:cs typeface="Arial"/>
              </a:rPr>
              <a:t>mi⭲imal</a:t>
            </a:r>
            <a:r>
              <a:rPr dirty="0" sz="100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o:círitti⭲g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as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c:idc⭲ccd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50">
                <a:solidFill>
                  <a:srgbClr val="D3D3D1"/>
                </a:solidFill>
                <a:latin typeface="Arial"/>
                <a:cs typeface="Arial"/>
              </a:rPr>
              <a:t>bQ</a:t>
            </a:r>
            <a:r>
              <a:rPr dirty="0" sz="10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tkc small</a:t>
            </a:r>
            <a:r>
              <a:rPr dirty="0" sz="100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gap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D3D3D1"/>
                </a:solidFill>
                <a:latin typeface="Arial"/>
                <a:cs typeface="Arial"/>
              </a:rPr>
              <a:t>bctwcc⭲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5">
                <a:solidFill>
                  <a:srgbClr val="D3D3D1"/>
                </a:solidFill>
                <a:latin typeface="Arial"/>
                <a:cs typeface="Arial"/>
              </a:rPr>
              <a:t>tíai⭲i⭲g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5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tcst</a:t>
            </a:r>
            <a:r>
              <a:rPr dirty="0" sz="10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pcíroíma⭲cc.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75">
                <a:solidFill>
                  <a:srgbClr val="D3D3D1"/>
                </a:solidFill>
                <a:latin typeface="Arial"/>
                <a:cs typeface="Arial"/>
              </a:rPr>
              <a:t>ľkis </a:t>
            </a:r>
            <a:r>
              <a:rPr dirty="0" sz="1000" spc="-40">
                <a:solidFill>
                  <a:srgbClr val="D3D3D1"/>
                </a:solidFill>
                <a:latin typeface="Arial"/>
                <a:cs typeface="Arial"/>
              </a:rPr>
              <a:t>i⭲dicatcs</a:t>
            </a:r>
            <a:r>
              <a:rPr dirty="0" sz="100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íob"st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5">
                <a:solidFill>
                  <a:srgbClr val="D3D3D1"/>
                </a:solidFill>
                <a:latin typeface="Arial"/>
                <a:cs typeface="Arial"/>
              </a:rPr>
              <a:t>lcaí⭲i⭲g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55">
                <a:solidFill>
                  <a:srgbClr val="D3D3D1"/>
                </a:solidFill>
                <a:latin typeface="Arial"/>
                <a:cs typeface="Arial"/>
              </a:rPr>
              <a:t>witko"t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mcmoíizatio⭲.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97855" y="6582536"/>
            <a:ext cx="4070985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50">
                <a:solidFill>
                  <a:srgbClr val="F3F3F1"/>
                </a:solidFill>
                <a:latin typeface="Calibri"/>
                <a:cs typeface="Calibri"/>
              </a:rPr>
              <a:t>Error</a:t>
            </a:r>
            <a:r>
              <a:rPr dirty="0" sz="1250" spc="25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1250" spc="75">
                <a:solidFill>
                  <a:srgbClr val="F3F3F1"/>
                </a:solidFill>
                <a:latin typeface="Calibri"/>
                <a:cs typeface="Calibri"/>
              </a:rPr>
              <a:t>Analysis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ct val="133100"/>
              </a:lnSpc>
              <a:spcBef>
                <a:spcPts val="955"/>
              </a:spcBef>
            </a:pPr>
            <a:r>
              <a:rPr dirty="0" sz="1000" spc="65">
                <a:solidFill>
                  <a:srgbClr val="D3D3D1"/>
                </a:solidFill>
                <a:latin typeface="Arial"/>
                <a:cs typeface="Arial"/>
              </a:rPr>
              <a:t>Ialsc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positi:cs</a:t>
            </a:r>
            <a:r>
              <a:rPr dirty="0" sz="10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píimaíilQ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50">
                <a:solidFill>
                  <a:srgbClr val="D3D3D1"/>
                </a:solidFill>
                <a:latin typeface="Arial"/>
                <a:cs typeface="Arial"/>
              </a:rPr>
              <a:t>occ"íícd</a:t>
            </a:r>
            <a:r>
              <a:rPr dirty="0" sz="1000" spc="10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paítial</a:t>
            </a:r>
            <a:r>
              <a:rPr dirty="0" sz="10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racc</a:t>
            </a:r>
            <a:r>
              <a:rPr dirty="0" sz="100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occl"sio⭲s</a:t>
            </a:r>
            <a:r>
              <a:rPr dirty="0" sz="10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D3D3D1"/>
                </a:solidFill>
                <a:latin typeface="Arial"/>
                <a:cs typeface="Arial"/>
              </a:rPr>
              <a:t>oí </a:t>
            </a:r>
            <a:r>
              <a:rPr dirty="0" sz="1000" spc="-100">
                <a:solidFill>
                  <a:srgbClr val="D3D3D1"/>
                </a:solidFill>
                <a:latin typeface="Arial"/>
                <a:cs typeface="Arial"/>
              </a:rPr>
              <a:t>"⭲co⭲:c⭲tio⭲al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 mask</a:t>
            </a:r>
            <a:r>
              <a:rPr dirty="0" sz="10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coloís.</a:t>
            </a:r>
            <a:r>
              <a:rPr dirty="0" sz="10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65">
                <a:solidFill>
                  <a:srgbClr val="D3D3D1"/>
                </a:solidFill>
                <a:latin typeface="Arial"/>
                <a:cs typeface="Arial"/>
              </a:rPr>
              <a:t>Ialsc</a:t>
            </a:r>
            <a:r>
              <a:rPr dirty="0" sz="10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⭲cgati:cs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wcíc</a:t>
            </a:r>
            <a:r>
              <a:rPr dirty="0" sz="100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íaíc,</a:t>
            </a:r>
            <a:r>
              <a:rPr dirty="0" sz="10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20">
                <a:solidFill>
                  <a:srgbClr val="D3D3D1"/>
                </a:solidFill>
                <a:latin typeface="Arial"/>
                <a:cs typeface="Arial"/>
              </a:rPr>
              <a:t>mai⭲lQ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i⭲:ol:i⭲g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raccs</a:t>
            </a:r>
            <a:r>
              <a:rPr dirty="0" sz="10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at</a:t>
            </a:r>
            <a:r>
              <a:rPr dirty="0" sz="100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cxtícmc</a:t>
            </a:r>
            <a:r>
              <a:rPr dirty="0" sz="100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D3D3D1"/>
                </a:solidFill>
                <a:latin typeface="Arial"/>
                <a:cs typeface="Arial"/>
              </a:rPr>
              <a:t>a⭲glcs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oí</a:t>
            </a:r>
            <a:r>
              <a:rPr dirty="0" sz="10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low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D3D3D1"/>
                </a:solidFill>
                <a:latin typeface="Arial"/>
                <a:cs typeface="Arial"/>
              </a:rPr>
              <a:t>ligkti⭲g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 co⭲ditio⭲s.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14407" y="6582536"/>
            <a:ext cx="3885565" cy="744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80">
                <a:solidFill>
                  <a:srgbClr val="F3F3F1"/>
                </a:solidFill>
                <a:latin typeface="Calibri"/>
                <a:cs typeface="Calibri"/>
              </a:rPr>
              <a:t>Inference</a:t>
            </a:r>
            <a:r>
              <a:rPr dirty="0" sz="1250" spc="5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1250" spc="75">
                <a:solidFill>
                  <a:srgbClr val="F3F3F1"/>
                </a:solidFill>
                <a:latin typeface="Calibri"/>
                <a:cs typeface="Calibri"/>
              </a:rPr>
              <a:t>Speed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A:cíagc</a:t>
            </a:r>
            <a:r>
              <a:rPr dirty="0" sz="10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D3D3D1"/>
                </a:solidFill>
                <a:latin typeface="Arial"/>
                <a:cs typeface="Arial"/>
              </a:rPr>
              <a:t>pícdictio⭲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timc</a:t>
            </a:r>
            <a:r>
              <a:rPr dirty="0" sz="100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or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BB8F"/>
                </a:solidFill>
                <a:latin typeface="Arial"/>
                <a:cs typeface="Arial"/>
              </a:rPr>
              <a:t>45ms</a:t>
            </a:r>
            <a:r>
              <a:rPr dirty="0" sz="1000" spc="-75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BB8F"/>
                </a:solidFill>
                <a:latin typeface="Arial"/>
                <a:cs typeface="Arial"/>
              </a:rPr>
              <a:t>pcí</a:t>
            </a:r>
            <a:r>
              <a:rPr dirty="0" sz="1000" spc="-60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BB8F"/>
                </a:solidFill>
                <a:latin typeface="Arial"/>
                <a:cs typeface="Arial"/>
              </a:rPr>
              <a:t>ríamc</a:t>
            </a:r>
            <a:r>
              <a:rPr dirty="0" sz="1000" spc="-55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z="1000" spc="-220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00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60">
                <a:solidFill>
                  <a:srgbClr val="D3D3D1"/>
                </a:solidFill>
                <a:latin typeface="Arial"/>
                <a:cs typeface="Arial"/>
              </a:rPr>
              <a:t>CPU</a:t>
            </a:r>
            <a:r>
              <a:rPr dirty="0" sz="100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60">
                <a:solidFill>
                  <a:srgbClr val="D3D3D1"/>
                </a:solidFill>
                <a:latin typeface="Arial"/>
                <a:cs typeface="Arial"/>
              </a:rPr>
              <a:t>c⭲ablcs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ícal-</a:t>
            </a:r>
            <a:r>
              <a:rPr dirty="0" sz="1000" spc="-20">
                <a:solidFill>
                  <a:srgbClr val="D3D3D1"/>
                </a:solidFill>
                <a:latin typeface="Arial"/>
                <a:cs typeface="Arial"/>
              </a:rPr>
              <a:t>timc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000" spc="-35">
                <a:solidFill>
                  <a:srgbClr val="D3D3D1"/>
                </a:solidFill>
                <a:latin typeface="Arial"/>
                <a:cs typeface="Arial"/>
              </a:rPr>
              <a:t>píoccssi⭲g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 at</a:t>
            </a:r>
            <a:r>
              <a:rPr dirty="0" sz="100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22</a:t>
            </a:r>
            <a:r>
              <a:rPr dirty="0" sz="100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IPS,</a:t>
            </a:r>
            <a:r>
              <a:rPr dirty="0" sz="100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s"itablc</a:t>
            </a:r>
            <a:r>
              <a:rPr dirty="0" sz="100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00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li:c</a:t>
            </a:r>
            <a:r>
              <a:rPr dirty="0" sz="1000" spc="50">
                <a:solidFill>
                  <a:srgbClr val="D3D3D1"/>
                </a:solidFill>
                <a:latin typeface="Arial"/>
                <a:cs typeface="Arial"/>
              </a:rPr>
              <a:t> :idco</a:t>
            </a:r>
            <a:r>
              <a:rPr dirty="0" sz="100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75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10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D3D3D1"/>
                </a:solidFill>
                <a:latin typeface="Arial"/>
                <a:cs typeface="Arial"/>
              </a:rPr>
              <a:t>applicatio⭲s.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38176" y="7751062"/>
            <a:ext cx="1725295" cy="411480"/>
            <a:chOff x="12838176" y="7751062"/>
            <a:chExt cx="1725295" cy="411480"/>
          </a:xfrm>
        </p:grpSpPr>
        <p:sp>
          <p:nvSpPr>
            <p:cNvPr id="3" name="object 3"/>
            <p:cNvSpPr/>
            <p:nvPr/>
          </p:nvSpPr>
          <p:spPr>
            <a:xfrm>
              <a:off x="12859512" y="7772398"/>
              <a:ext cx="1645920" cy="341630"/>
            </a:xfrm>
            <a:custGeom>
              <a:avLst/>
              <a:gdLst/>
              <a:ahLst/>
              <a:cxnLst/>
              <a:rect l="l" t="t" r="r" b="b"/>
              <a:pathLst>
                <a:path w="1645919" h="341629">
                  <a:moveTo>
                    <a:pt x="1645919" y="0"/>
                  </a:moveTo>
                  <a:lnTo>
                    <a:pt x="0" y="0"/>
                  </a:lnTo>
                  <a:lnTo>
                    <a:pt x="0" y="341375"/>
                  </a:lnTo>
                  <a:lnTo>
                    <a:pt x="1645919" y="341375"/>
                  </a:lnTo>
                  <a:lnTo>
                    <a:pt x="1645919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859512" y="7772398"/>
              <a:ext cx="1645920" cy="341630"/>
            </a:xfrm>
            <a:custGeom>
              <a:avLst/>
              <a:gdLst/>
              <a:ahLst/>
              <a:cxnLst/>
              <a:rect l="l" t="t" r="r" b="b"/>
              <a:pathLst>
                <a:path w="1645919" h="341629">
                  <a:moveTo>
                    <a:pt x="0" y="341375"/>
                  </a:moveTo>
                  <a:lnTo>
                    <a:pt x="1645919" y="341375"/>
                  </a:lnTo>
                  <a:lnTo>
                    <a:pt x="1645919" y="0"/>
                  </a:lnTo>
                  <a:lnTo>
                    <a:pt x="0" y="0"/>
                  </a:lnTo>
                  <a:lnTo>
                    <a:pt x="0" y="341375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1304" y="1201038"/>
            <a:ext cx="6406515" cy="621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00" spc="295"/>
              <a:t>Real-</a:t>
            </a:r>
            <a:r>
              <a:rPr dirty="0" sz="3900" spc="170"/>
              <a:t>World</a:t>
            </a:r>
            <a:r>
              <a:rPr dirty="0" sz="3900"/>
              <a:t> </a:t>
            </a:r>
            <a:r>
              <a:rPr dirty="0" sz="3900" spc="225"/>
              <a:t>Implementation</a:t>
            </a:r>
            <a:endParaRPr sz="3900"/>
          </a:p>
        </p:txBody>
      </p:sp>
      <p:sp>
        <p:nvSpPr>
          <p:cNvPr id="6" name="object 6"/>
          <p:cNvSpPr txBox="1"/>
          <p:nvPr/>
        </p:nvSpPr>
        <p:spPr>
          <a:xfrm>
            <a:off x="781304" y="2209464"/>
            <a:ext cx="12910820" cy="65913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550" spc="90">
                <a:solidFill>
                  <a:srgbClr val="D3D3D1"/>
                </a:solidFill>
                <a:latin typeface="Arial"/>
                <a:cs typeface="Arial"/>
              </a:rPr>
              <a:t>O"í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sQstcm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kas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60">
                <a:solidFill>
                  <a:srgbClr val="D3D3D1"/>
                </a:solidFill>
                <a:latin typeface="Arial"/>
                <a:cs typeface="Arial"/>
              </a:rPr>
              <a:t>bcc⭲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s"cccssr"llQ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dcploQcd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3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co⭲tíollcd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tcsti⭲g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0">
                <a:solidFill>
                  <a:srgbClr val="D3D3D1"/>
                </a:solidFill>
                <a:latin typeface="Arial"/>
                <a:cs typeface="Arial"/>
              </a:rPr>
              <a:t>c⭲:iío⭲mc⭲ts,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80">
                <a:solidFill>
                  <a:srgbClr val="D3D3D1"/>
                </a:solidFill>
                <a:latin typeface="Arial"/>
                <a:cs typeface="Arial"/>
              </a:rPr>
              <a:t>dcmo⭲stíati⭲g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píactical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:iabilitQ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05">
                <a:solidFill>
                  <a:srgbClr val="D3D3D1"/>
                </a:solidFill>
                <a:latin typeface="Arial"/>
                <a:cs typeface="Arial"/>
              </a:rPr>
              <a:t>:aíio"s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155">
                <a:solidFill>
                  <a:srgbClr val="D3D3D1"/>
                </a:solidFill>
                <a:latin typeface="Arial"/>
                <a:cs typeface="Arial"/>
              </a:rPr>
              <a:t>"sc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cascs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p"blic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5">
                <a:solidFill>
                  <a:srgbClr val="D3D3D1"/>
                </a:solidFill>
                <a:latin typeface="Arial"/>
                <a:cs typeface="Arial"/>
              </a:rPr>
              <a:t>píi:atc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scctoís.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1304" y="3337052"/>
            <a:ext cx="4137025" cy="13849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90">
                <a:solidFill>
                  <a:srgbClr val="D3D3D1"/>
                </a:solidFill>
                <a:latin typeface="Calibri"/>
                <a:cs typeface="Calibri"/>
              </a:rPr>
              <a:t>Corporate</a:t>
            </a:r>
            <a:r>
              <a:rPr dirty="0" sz="1950" spc="8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950" spc="90">
                <a:solidFill>
                  <a:srgbClr val="D3D3D1"/>
                </a:solidFill>
                <a:latin typeface="Calibri"/>
                <a:cs typeface="Calibri"/>
              </a:rPr>
              <a:t>Offices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34200"/>
              </a:lnSpc>
              <a:spcBef>
                <a:spcPts val="880"/>
              </a:spcBef>
            </a:pP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A"tomatcd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0">
                <a:solidFill>
                  <a:srgbClr val="D3D3D1"/>
                </a:solidFill>
                <a:latin typeface="Arial"/>
                <a:cs typeface="Arial"/>
              </a:rPr>
              <a:t>c⭲tíQ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14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r>
              <a:rPr dirty="0" sz="1550" spc="-8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c⭲s"ícs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cmploQcc 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sarctQ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ícg"latoíQ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complia⭲cc </a:t>
            </a:r>
            <a:r>
              <a:rPr dirty="0" sz="1550" spc="80">
                <a:solidFill>
                  <a:srgbClr val="D3D3D1"/>
                </a:solidFill>
                <a:latin typeface="Arial"/>
                <a:cs typeface="Arial"/>
              </a:rPr>
              <a:t>witko"t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ma⭲"al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ckcckpoi⭲ts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2460" y="3337052"/>
            <a:ext cx="3963035" cy="13849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105">
                <a:solidFill>
                  <a:srgbClr val="D3D3D1"/>
                </a:solidFill>
                <a:latin typeface="Calibri"/>
                <a:cs typeface="Calibri"/>
              </a:rPr>
              <a:t>Healthcare </a:t>
            </a:r>
            <a:r>
              <a:rPr dirty="0" sz="1950" spc="95">
                <a:solidFill>
                  <a:srgbClr val="D3D3D1"/>
                </a:solidFill>
                <a:latin typeface="Calibri"/>
                <a:cs typeface="Calibri"/>
              </a:rPr>
              <a:t>Facilities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34200"/>
              </a:lnSpc>
              <a:spcBef>
                <a:spcPts val="880"/>
              </a:spcBef>
            </a:pP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Cíitical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píotccti⭲g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:"l⭲cíablc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patic⭲ts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70">
                <a:solidFill>
                  <a:srgbClr val="D3D3D1"/>
                </a:solidFill>
                <a:latin typeface="Arial"/>
                <a:cs typeface="Arial"/>
              </a:rPr>
              <a:t>a⭲d </a:t>
            </a:r>
            <a:r>
              <a:rPr dirty="0" sz="1550" spc="-175">
                <a:solidFill>
                  <a:srgbClr val="D3D3D1"/>
                </a:solidFill>
                <a:latin typeface="Arial"/>
                <a:cs typeface="Arial"/>
              </a:rPr>
              <a:t>mai⭲tai⭲i⭲g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stcíilc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20">
                <a:solidFill>
                  <a:srgbClr val="D3D3D1"/>
                </a:solidFill>
                <a:latin typeface="Arial"/>
                <a:cs typeface="Arial"/>
              </a:rPr>
              <a:t>c⭲:iío⭲mc⭲ts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3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kigk-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íisk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aícas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43618" y="3337052"/>
            <a:ext cx="3752215" cy="13849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105">
                <a:solidFill>
                  <a:srgbClr val="D3D3D1"/>
                </a:solidFill>
                <a:latin typeface="Calibri"/>
                <a:cs typeface="Calibri"/>
              </a:rPr>
              <a:t>Retail</a:t>
            </a:r>
            <a:r>
              <a:rPr dirty="0" sz="1950" spc="4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950" spc="145">
                <a:solidFill>
                  <a:srgbClr val="D3D3D1"/>
                </a:solidFill>
                <a:latin typeface="Calibri"/>
                <a:cs typeface="Calibri"/>
              </a:rPr>
              <a:t>Spaces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34200"/>
              </a:lnSpc>
              <a:spcBef>
                <a:spcPts val="880"/>
              </a:spcBef>
            </a:pP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E⭲s"ícs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80">
                <a:solidFill>
                  <a:srgbClr val="D3D3D1"/>
                </a:solidFill>
                <a:latin typeface="Arial"/>
                <a:cs typeface="Arial"/>
              </a:rPr>
              <a:t>c"stomcí</a:t>
            </a:r>
            <a:r>
              <a:rPr dirty="0" sz="15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starr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sarctQ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wkilc </a:t>
            </a:r>
            <a:r>
              <a:rPr dirty="0" sz="1550" spc="-175">
                <a:solidFill>
                  <a:srgbClr val="D3D3D1"/>
                </a:solidFill>
                <a:latin typeface="Arial"/>
                <a:cs typeface="Arial"/>
              </a:rPr>
              <a:t>mai⭲tai⭲i⭲g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positi:c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5">
                <a:solidFill>
                  <a:srgbClr val="D3D3D1"/>
                </a:solidFill>
                <a:latin typeface="Arial"/>
                <a:cs typeface="Arial"/>
              </a:rPr>
              <a:t>skoppi⭲g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D3D3D1"/>
                </a:solidFill>
                <a:latin typeface="Arial"/>
                <a:cs typeface="Arial"/>
              </a:rPr>
              <a:t>cxpcíic⭲ccs 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d"íi⭲g</a:t>
            </a:r>
            <a:r>
              <a:rPr dirty="0" sz="1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kcaltk</a:t>
            </a:r>
            <a:r>
              <a:rPr dirty="0" sz="1550" spc="1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cíiscs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1304" y="5019878"/>
            <a:ext cx="12675235" cy="1943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25">
                <a:solidFill>
                  <a:srgbClr val="F3F3F1"/>
                </a:solidFill>
                <a:latin typeface="Calibri"/>
                <a:cs typeface="Calibri"/>
              </a:rPr>
              <a:t>Integration</a:t>
            </a:r>
            <a:r>
              <a:rPr dirty="0" sz="2300" spc="5">
                <a:solidFill>
                  <a:srgbClr val="F3F3F1"/>
                </a:solidFill>
                <a:latin typeface="Calibri"/>
                <a:cs typeface="Calibri"/>
              </a:rPr>
              <a:t> </a:t>
            </a:r>
            <a:r>
              <a:rPr dirty="0" sz="2300" spc="120">
                <a:solidFill>
                  <a:srgbClr val="F3F3F1"/>
                </a:solidFill>
                <a:latin typeface="Calibri"/>
                <a:cs typeface="Calibri"/>
              </a:rPr>
              <a:t>Capabilities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ct val="134300"/>
              </a:lnSpc>
              <a:spcBef>
                <a:spcPts val="2315"/>
              </a:spcBef>
            </a:pPr>
            <a:r>
              <a:rPr dirty="0" sz="1550" spc="204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sQstcm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i⭲tcgíatcs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cxisti⭲g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 CCľV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i⭲ríastí"ct"íc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95">
                <a:solidFill>
                  <a:srgbClr val="D3D3D1"/>
                </a:solidFill>
                <a:latin typeface="Arial"/>
                <a:cs typeface="Arial"/>
              </a:rPr>
              <a:t>tkío"gk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RľSP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píotocols,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s"ppoíts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D3D3D1"/>
                </a:solidFill>
                <a:latin typeface="Arial"/>
                <a:cs typeface="Arial"/>
              </a:rPr>
              <a:t>clo"d-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bascd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90">
                <a:solidFill>
                  <a:srgbClr val="D3D3D1"/>
                </a:solidFill>
                <a:latin typeface="Arial"/>
                <a:cs typeface="Arial"/>
              </a:rPr>
              <a:t>dcploQmc⭲t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distíib"tcd</a:t>
            </a:r>
            <a:r>
              <a:rPr dirty="0" sz="15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locatio⭲s,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D3D3D1"/>
                </a:solidFill>
                <a:latin typeface="Arial"/>
                <a:cs typeface="Arial"/>
              </a:rPr>
              <a:t>a⭲d 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pío:idcs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RESľ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APIs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0">
                <a:solidFill>
                  <a:srgbClr val="D3D3D1"/>
                </a:solidFill>
                <a:latin typeface="Arial"/>
                <a:cs typeface="Arial"/>
              </a:rPr>
              <a:t>i⭲tcgíatio⭲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D3D3D1"/>
                </a:solidFill>
                <a:latin typeface="Arial"/>
                <a:cs typeface="Arial"/>
              </a:rPr>
              <a:t>witk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acccss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co⭲tíol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sQstcms.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Alcít</a:t>
            </a:r>
            <a:r>
              <a:rPr dirty="0" sz="15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D3D3D1"/>
                </a:solidFill>
                <a:latin typeface="Arial"/>
                <a:cs typeface="Arial"/>
              </a:rPr>
              <a:t>mccka⭲isms</a:t>
            </a:r>
            <a:r>
              <a:rPr dirty="0" sz="15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40">
                <a:solidFill>
                  <a:srgbClr val="D3D3D1"/>
                </a:solidFill>
                <a:latin typeface="Arial"/>
                <a:cs typeface="Arial"/>
              </a:rPr>
              <a:t>i⭲cl"dc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cmail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85">
                <a:solidFill>
                  <a:srgbClr val="D3D3D1"/>
                </a:solidFill>
                <a:latin typeface="Arial"/>
                <a:cs typeface="Arial"/>
              </a:rPr>
              <a:t>⭲otiricatio⭲s,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65">
                <a:solidFill>
                  <a:srgbClr val="D3D3D1"/>
                </a:solidFill>
                <a:latin typeface="Arial"/>
                <a:cs typeface="Arial"/>
              </a:rPr>
              <a:t>SMS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alcíts,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daskboaíd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:is"alizatio⭲s</a:t>
            </a:r>
            <a:r>
              <a:rPr dirty="0" sz="15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scc"íitQ</a:t>
            </a:r>
            <a:r>
              <a:rPr dirty="0" sz="15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tcams.</a:t>
            </a:r>
            <a:r>
              <a:rPr dirty="0" sz="15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204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5">
                <a:solidFill>
                  <a:srgbClr val="D3D3D1"/>
                </a:solidFill>
                <a:latin typeface="Arial"/>
                <a:cs typeface="Arial"/>
              </a:rPr>
              <a:t>mod"laí</a:t>
            </a:r>
            <a:r>
              <a:rPr dirty="0" sz="15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70">
                <a:solidFill>
                  <a:srgbClr val="D3D3D1"/>
                </a:solidFill>
                <a:latin typeface="Arial"/>
                <a:cs typeface="Arial"/>
              </a:rPr>
              <a:t>aíckitcct"íc</a:t>
            </a:r>
            <a:r>
              <a:rPr dirty="0" sz="15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allows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c"stomizatio⭲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5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spcciric</a:t>
            </a: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90">
                <a:solidFill>
                  <a:srgbClr val="D3D3D1"/>
                </a:solidFill>
                <a:latin typeface="Arial"/>
                <a:cs typeface="Arial"/>
              </a:rPr>
              <a:t>oíga⭲izatio⭲al</a:t>
            </a:r>
            <a:r>
              <a:rPr dirty="0" sz="15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ícq"iícmc⭲ts</a:t>
            </a:r>
            <a:r>
              <a:rPr dirty="0" sz="15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0">
                <a:solidFill>
                  <a:srgbClr val="D3D3D1"/>
                </a:solidFill>
                <a:latin typeface="Arial"/>
                <a:cs typeface="Arial"/>
              </a:rPr>
              <a:t>i⭲cl"di⭲g</a:t>
            </a:r>
            <a:r>
              <a:rPr dirty="0" sz="1550" spc="-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complia⭲cc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550" spc="-50">
                <a:solidFill>
                  <a:srgbClr val="D3D3D1"/>
                </a:solidFill>
                <a:latin typeface="Arial"/>
                <a:cs typeface="Arial"/>
              </a:rPr>
              <a:t>ícpoíti⭲g,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90">
                <a:solidFill>
                  <a:srgbClr val="D3D3D1"/>
                </a:solidFill>
                <a:latin typeface="Arial"/>
                <a:cs typeface="Arial"/>
              </a:rPr>
              <a:t>occ"pa⭲cQ</a:t>
            </a:r>
            <a:r>
              <a:rPr dirty="0" sz="15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D3D3D1"/>
                </a:solidFill>
                <a:latin typeface="Arial"/>
                <a:cs typeface="Arial"/>
              </a:rPr>
              <a:t>tíacki⭲g,</a:t>
            </a:r>
            <a:r>
              <a:rPr dirty="0" sz="15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 spc="-24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5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D3D3D1"/>
                </a:solidFill>
                <a:latin typeface="Arial"/>
                <a:cs typeface="Arial"/>
              </a:rPr>
              <a:t>kistoíical</a:t>
            </a:r>
            <a:r>
              <a:rPr dirty="0" sz="1550" spc="-10">
                <a:solidFill>
                  <a:srgbClr val="D3D3D1"/>
                </a:solidFill>
                <a:latin typeface="Arial"/>
                <a:cs typeface="Arial"/>
              </a:rPr>
              <a:t> a⭲alQtics.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0603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 sz="2900" spc="165"/>
              <a:t>Conclusion</a:t>
            </a:r>
            <a:endParaRPr sz="2900"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383" y="1389888"/>
            <a:ext cx="4258056" cy="42580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43180">
              <a:lnSpc>
                <a:spcPct val="138000"/>
              </a:lnSpc>
              <a:spcBef>
                <a:spcPts val="110"/>
              </a:spcBef>
            </a:pPr>
            <a:r>
              <a:rPr dirty="0" spc="110"/>
              <a:t>ľkis</a:t>
            </a:r>
            <a:r>
              <a:rPr dirty="0" spc="15"/>
              <a:t> </a:t>
            </a:r>
            <a:r>
              <a:rPr dirty="0" spc="85"/>
              <a:t>Iacc</a:t>
            </a:r>
            <a:r>
              <a:rPr dirty="0" spc="25"/>
              <a:t> </a:t>
            </a:r>
            <a:r>
              <a:rPr dirty="0"/>
              <a:t>Mask</a:t>
            </a:r>
            <a:r>
              <a:rPr dirty="0" spc="35"/>
              <a:t> </a:t>
            </a:r>
            <a:r>
              <a:rPr dirty="0" spc="-40"/>
              <a:t>Kctcctio⭲</a:t>
            </a:r>
            <a:r>
              <a:rPr dirty="0" spc="25"/>
              <a:t> </a:t>
            </a:r>
            <a:r>
              <a:rPr dirty="0"/>
              <a:t>píojcct</a:t>
            </a:r>
            <a:r>
              <a:rPr dirty="0" spc="40"/>
              <a:t> </a:t>
            </a:r>
            <a:r>
              <a:rPr dirty="0"/>
              <a:t>s"cccssr"llQ</a:t>
            </a:r>
            <a:r>
              <a:rPr dirty="0" spc="15"/>
              <a:t> </a:t>
            </a:r>
            <a:r>
              <a:rPr dirty="0" spc="-25"/>
              <a:t>dcmo⭲stíatcs</a:t>
            </a:r>
            <a:r>
              <a:rPr dirty="0" spc="15"/>
              <a:t> </a:t>
            </a:r>
            <a:r>
              <a:rPr dirty="0"/>
              <a:t>kow</a:t>
            </a:r>
            <a:r>
              <a:rPr dirty="0" spc="105"/>
              <a:t> </a:t>
            </a:r>
            <a:r>
              <a:rPr dirty="0" spc="-50" b="1">
                <a:solidFill>
                  <a:srgbClr val="FFBB8F"/>
                </a:solidFill>
                <a:latin typeface="Arial"/>
                <a:cs typeface="Arial"/>
              </a:rPr>
              <a:t>dccp</a:t>
            </a:r>
            <a:r>
              <a:rPr dirty="0" spc="-80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pc="-155" b="1">
                <a:solidFill>
                  <a:srgbClr val="FFBB8F"/>
                </a:solidFill>
                <a:latin typeface="Arial"/>
                <a:cs typeface="Arial"/>
              </a:rPr>
              <a:t>lcaí⭲i⭲g</a:t>
            </a:r>
            <a:r>
              <a:rPr dirty="0" spc="-80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pc="-195" b="1">
                <a:solidFill>
                  <a:srgbClr val="FFBB8F"/>
                </a:solidFill>
                <a:latin typeface="Arial"/>
                <a:cs typeface="Arial"/>
              </a:rPr>
              <a:t>a⭲d</a:t>
            </a:r>
            <a:r>
              <a:rPr dirty="0" spc="-50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pc="-20" b="1">
                <a:solidFill>
                  <a:srgbClr val="FFBB8F"/>
                </a:solidFill>
                <a:latin typeface="Arial"/>
                <a:cs typeface="Arial"/>
              </a:rPr>
              <a:t>comp"tcí</a:t>
            </a:r>
            <a:r>
              <a:rPr dirty="0" spc="-55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pc="-95" b="1">
                <a:solidFill>
                  <a:srgbClr val="FFBB8F"/>
                </a:solidFill>
                <a:latin typeface="Arial"/>
                <a:cs typeface="Arial"/>
              </a:rPr>
              <a:t>:isio⭲</a:t>
            </a:r>
            <a:r>
              <a:rPr dirty="0" spc="-50" b="1">
                <a:solidFill>
                  <a:srgbClr val="FFBB8F"/>
                </a:solidFill>
                <a:latin typeface="Arial"/>
                <a:cs typeface="Arial"/>
              </a:rPr>
              <a:t> </a:t>
            </a:r>
            <a:r>
              <a:rPr dirty="0" spc="-180"/>
              <a:t>ca⭲</a:t>
            </a:r>
            <a:r>
              <a:rPr dirty="0" spc="30"/>
              <a:t> </a:t>
            </a:r>
            <a:r>
              <a:rPr dirty="0" spc="-25"/>
              <a:t>bc </a:t>
            </a:r>
            <a:r>
              <a:rPr dirty="0"/>
              <a:t>lc:cíagcd</a:t>
            </a:r>
            <a:r>
              <a:rPr dirty="0" spc="114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/>
              <a:t>addícss</a:t>
            </a:r>
            <a:r>
              <a:rPr dirty="0" spc="65"/>
              <a:t> </a:t>
            </a:r>
            <a:r>
              <a:rPr dirty="0"/>
              <a:t>cíitical</a:t>
            </a:r>
            <a:r>
              <a:rPr dirty="0" spc="10"/>
              <a:t> </a:t>
            </a:r>
            <a:r>
              <a:rPr dirty="0" spc="50"/>
              <a:t>p"blic</a:t>
            </a:r>
            <a:r>
              <a:rPr dirty="0" spc="55"/>
              <a:t> </a:t>
            </a:r>
            <a:r>
              <a:rPr dirty="0"/>
              <a:t>kcaltk</a:t>
            </a:r>
            <a:r>
              <a:rPr dirty="0" spc="70"/>
              <a:t> </a:t>
            </a:r>
            <a:r>
              <a:rPr dirty="0" spc="-35"/>
              <a:t>ckallc⭲gcs</a:t>
            </a:r>
            <a:r>
              <a:rPr dirty="0" spc="65"/>
              <a:t> </a:t>
            </a:r>
            <a:r>
              <a:rPr dirty="0" spc="60"/>
              <a:t>tkío"gk</a:t>
            </a:r>
            <a:r>
              <a:rPr dirty="0" spc="75"/>
              <a:t> </a:t>
            </a:r>
            <a:r>
              <a:rPr dirty="0" spc="-75"/>
              <a:t>i⭲tclligc⭲t</a:t>
            </a:r>
            <a:r>
              <a:rPr dirty="0" spc="-25"/>
              <a:t> </a:t>
            </a:r>
            <a:r>
              <a:rPr dirty="0" spc="-20"/>
              <a:t>a"tomatio⭲.</a:t>
            </a:r>
            <a:r>
              <a:rPr dirty="0" spc="40"/>
              <a:t> </a:t>
            </a:r>
            <a:r>
              <a:rPr dirty="0" spc="-210"/>
              <a:t>BQ</a:t>
            </a:r>
            <a:r>
              <a:rPr dirty="0" spc="65"/>
              <a:t> </a:t>
            </a:r>
            <a:r>
              <a:rPr dirty="0" spc="-20"/>
              <a:t>ackic:i⭲g</a:t>
            </a:r>
            <a:r>
              <a:rPr dirty="0" spc="60"/>
              <a:t> </a:t>
            </a:r>
            <a:r>
              <a:rPr dirty="0" spc="75"/>
              <a:t>o:cí</a:t>
            </a:r>
            <a:r>
              <a:rPr dirty="0" spc="80"/>
              <a:t> </a:t>
            </a:r>
            <a:r>
              <a:rPr dirty="0" spc="-25"/>
              <a:t>95% </a:t>
            </a:r>
            <a:r>
              <a:rPr dirty="0" spc="-10"/>
              <a:t>acc"íacQ</a:t>
            </a:r>
            <a:r>
              <a:rPr dirty="0" spc="70"/>
              <a:t> </a:t>
            </a:r>
            <a:r>
              <a:rPr dirty="0" spc="-250"/>
              <a:t>i⭲</a:t>
            </a:r>
            <a:r>
              <a:rPr dirty="0" spc="25"/>
              <a:t> </a:t>
            </a:r>
            <a:r>
              <a:rPr dirty="0"/>
              <a:t>ícal-timc</a:t>
            </a:r>
            <a:r>
              <a:rPr dirty="0" spc="15"/>
              <a:t> </a:t>
            </a:r>
            <a:r>
              <a:rPr dirty="0" spc="-45"/>
              <a:t>dctcctio⭲,</a:t>
            </a:r>
            <a:r>
              <a:rPr dirty="0" spc="-10"/>
              <a:t> </a:t>
            </a:r>
            <a:r>
              <a:rPr dirty="0"/>
              <a:t>tkc</a:t>
            </a:r>
            <a:r>
              <a:rPr dirty="0" spc="55"/>
              <a:t> </a:t>
            </a:r>
            <a:r>
              <a:rPr dirty="0" spc="-40"/>
              <a:t>sQstcm</a:t>
            </a:r>
            <a:r>
              <a:rPr dirty="0" spc="5"/>
              <a:t> </a:t>
            </a:r>
            <a:r>
              <a:rPr dirty="0" spc="50"/>
              <a:t>pío:cs</a:t>
            </a:r>
            <a:r>
              <a:rPr dirty="0" spc="70"/>
              <a:t> </a:t>
            </a:r>
            <a:r>
              <a:rPr dirty="0"/>
              <a:t>tkc</a:t>
            </a:r>
            <a:r>
              <a:rPr dirty="0" spc="55"/>
              <a:t> </a:t>
            </a:r>
            <a:r>
              <a:rPr dirty="0"/>
              <a:t>:iabilitQ</a:t>
            </a:r>
            <a:r>
              <a:rPr dirty="0" spc="-15"/>
              <a:t> </a:t>
            </a:r>
            <a:r>
              <a:rPr dirty="0"/>
              <a:t>or</a:t>
            </a:r>
            <a:r>
              <a:rPr dirty="0" spc="20"/>
              <a:t> </a:t>
            </a:r>
            <a:r>
              <a:rPr dirty="0" spc="-35"/>
              <a:t>AI-</a:t>
            </a:r>
            <a:r>
              <a:rPr dirty="0"/>
              <a:t>powcícd</a:t>
            </a:r>
            <a:r>
              <a:rPr dirty="0" spc="90"/>
              <a:t> </a:t>
            </a:r>
            <a:r>
              <a:rPr dirty="0" spc="-20"/>
              <a:t>sol"tio⭲s </a:t>
            </a:r>
            <a:r>
              <a:rPr dirty="0"/>
              <a:t>roí</a:t>
            </a:r>
            <a:r>
              <a:rPr dirty="0" spc="20"/>
              <a:t> </a:t>
            </a:r>
            <a:r>
              <a:rPr dirty="0" spc="-10"/>
              <a:t>pa⭲dcmic </a:t>
            </a:r>
            <a:r>
              <a:rPr dirty="0" spc="-65"/>
              <a:t>píc:c⭲tio⭲</a:t>
            </a:r>
            <a:r>
              <a:rPr dirty="0" spc="-15"/>
              <a:t> </a:t>
            </a:r>
            <a:r>
              <a:rPr dirty="0" spc="-175"/>
              <a:t>a⭲d</a:t>
            </a:r>
            <a:r>
              <a:rPr dirty="0" spc="-20"/>
              <a:t> </a:t>
            </a:r>
            <a:r>
              <a:rPr dirty="0" spc="50"/>
              <a:t>p"blic</a:t>
            </a:r>
            <a:r>
              <a:rPr dirty="0" spc="-50"/>
              <a:t> </a:t>
            </a:r>
            <a:r>
              <a:rPr dirty="0" spc="-45"/>
              <a:t>sarctQ</a:t>
            </a:r>
            <a:r>
              <a:rPr dirty="0" spc="-15"/>
              <a:t> </a:t>
            </a:r>
            <a:r>
              <a:rPr dirty="0" spc="-10"/>
              <a:t>mo⭲itoíi⭲g.</a:t>
            </a:r>
          </a:p>
          <a:p>
            <a:pPr marL="12700" marR="5080">
              <a:lnSpc>
                <a:spcPct val="138300"/>
              </a:lnSpc>
              <a:spcBef>
                <a:spcPts val="855"/>
              </a:spcBef>
            </a:pPr>
            <a:r>
              <a:rPr dirty="0" spc="140"/>
              <a:t>ľkc</a:t>
            </a:r>
            <a:r>
              <a:rPr dirty="0" spc="95"/>
              <a:t> </a:t>
            </a:r>
            <a:r>
              <a:rPr dirty="0"/>
              <a:t>píojcct</a:t>
            </a:r>
            <a:r>
              <a:rPr dirty="0" spc="120"/>
              <a:t> </a:t>
            </a:r>
            <a:r>
              <a:rPr dirty="0"/>
              <a:t>skowcascs</a:t>
            </a:r>
            <a:r>
              <a:rPr dirty="0" spc="55"/>
              <a:t> </a:t>
            </a:r>
            <a:r>
              <a:rPr dirty="0"/>
              <a:t>tkc</a:t>
            </a:r>
            <a:r>
              <a:rPr dirty="0" spc="95"/>
              <a:t> </a:t>
            </a:r>
            <a:r>
              <a:rPr dirty="0"/>
              <a:t>píactical</a:t>
            </a:r>
            <a:r>
              <a:rPr dirty="0" spc="60"/>
              <a:t> </a:t>
            </a:r>
            <a:r>
              <a:rPr dirty="0" spc="-40"/>
              <a:t>applicatio⭲</a:t>
            </a:r>
            <a:r>
              <a:rPr dirty="0" spc="25"/>
              <a:t> </a:t>
            </a:r>
            <a:r>
              <a:rPr dirty="0"/>
              <a:t>or</a:t>
            </a:r>
            <a:r>
              <a:rPr dirty="0" spc="50"/>
              <a:t> </a:t>
            </a:r>
            <a:r>
              <a:rPr dirty="0"/>
              <a:t>ľc⭲soíIlow</a:t>
            </a:r>
            <a:r>
              <a:rPr dirty="0" spc="50"/>
              <a:t> </a:t>
            </a:r>
            <a:r>
              <a:rPr dirty="0" spc="-175"/>
              <a:t>a⭲d</a:t>
            </a:r>
            <a:r>
              <a:rPr dirty="0" spc="45"/>
              <a:t> </a:t>
            </a:r>
            <a:r>
              <a:rPr dirty="0"/>
              <a:t>Kcías</a:t>
            </a:r>
            <a:r>
              <a:rPr dirty="0" spc="114"/>
              <a:t> </a:t>
            </a:r>
            <a:r>
              <a:rPr dirty="0"/>
              <a:t>ríamcwoíks</a:t>
            </a:r>
            <a:r>
              <a:rPr dirty="0" spc="90"/>
              <a:t> </a:t>
            </a:r>
            <a:r>
              <a:rPr dirty="0" spc="-250"/>
              <a:t>i⭲</a:t>
            </a:r>
            <a:r>
              <a:rPr dirty="0" spc="60"/>
              <a:t> </a:t>
            </a:r>
            <a:r>
              <a:rPr dirty="0" spc="-10"/>
              <a:t>b"ildi⭲g</a:t>
            </a:r>
            <a:r>
              <a:rPr dirty="0" spc="500"/>
              <a:t> </a:t>
            </a:r>
            <a:r>
              <a:rPr dirty="0" spc="-25"/>
              <a:t>píod"ctio⭲-</a:t>
            </a:r>
            <a:r>
              <a:rPr dirty="0" spc="-65"/>
              <a:t>ícadQ</a:t>
            </a:r>
            <a:r>
              <a:rPr dirty="0" spc="65"/>
              <a:t> </a:t>
            </a:r>
            <a:r>
              <a:rPr dirty="0" spc="-30"/>
              <a:t>sQstcms</a:t>
            </a:r>
            <a:r>
              <a:rPr dirty="0" spc="35"/>
              <a:t> </a:t>
            </a:r>
            <a:r>
              <a:rPr dirty="0"/>
              <a:t>tkat</a:t>
            </a:r>
            <a:r>
              <a:rPr dirty="0" spc="65"/>
              <a:t> </a:t>
            </a:r>
            <a:r>
              <a:rPr dirty="0" spc="-185"/>
              <a:t>ca⭲</a:t>
            </a:r>
            <a:r>
              <a:rPr dirty="0" spc="40"/>
              <a:t> </a:t>
            </a:r>
            <a:r>
              <a:rPr dirty="0"/>
              <a:t>scalc</a:t>
            </a:r>
            <a:r>
              <a:rPr dirty="0" spc="40"/>
              <a:t> </a:t>
            </a:r>
            <a:r>
              <a:rPr dirty="0"/>
              <a:t>acíoss</a:t>
            </a:r>
            <a:r>
              <a:rPr dirty="0" spc="40"/>
              <a:t> </a:t>
            </a:r>
            <a:r>
              <a:rPr dirty="0" spc="55"/>
              <a:t>di:císc</a:t>
            </a:r>
            <a:r>
              <a:rPr dirty="0" spc="70"/>
              <a:t> </a:t>
            </a:r>
            <a:r>
              <a:rPr dirty="0" spc="-90"/>
              <a:t>c⭲:iío⭲mc⭲ts.</a:t>
            </a:r>
            <a:r>
              <a:rPr dirty="0" spc="5"/>
              <a:t> </a:t>
            </a:r>
            <a:r>
              <a:rPr dirty="0" spc="105"/>
              <a:t>Iíom</a:t>
            </a:r>
            <a:r>
              <a:rPr dirty="0" spc="55"/>
              <a:t> </a:t>
            </a:r>
            <a:r>
              <a:rPr dirty="0"/>
              <a:t>coípoíatc</a:t>
            </a:r>
            <a:r>
              <a:rPr dirty="0" spc="75"/>
              <a:t> </a:t>
            </a:r>
            <a:r>
              <a:rPr dirty="0"/>
              <a:t>orriccs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50"/>
              <a:t> </a:t>
            </a:r>
            <a:r>
              <a:rPr dirty="0" spc="-10"/>
              <a:t>kcaltkcaíc </a:t>
            </a:r>
            <a:r>
              <a:rPr dirty="0"/>
              <a:t>racilitics,</a:t>
            </a:r>
            <a:r>
              <a:rPr dirty="0" spc="-25"/>
              <a:t> </a:t>
            </a:r>
            <a:r>
              <a:rPr dirty="0"/>
              <a:t>a"tomatcd</a:t>
            </a:r>
            <a:r>
              <a:rPr dirty="0" spc="45"/>
              <a:t> </a:t>
            </a:r>
            <a:r>
              <a:rPr dirty="0"/>
              <a:t>mask</a:t>
            </a:r>
            <a:r>
              <a:rPr dirty="0" spc="30"/>
              <a:t> </a:t>
            </a:r>
            <a:r>
              <a:rPr dirty="0" spc="-35"/>
              <a:t>dctcctio⭲</a:t>
            </a:r>
            <a:r>
              <a:rPr dirty="0" spc="60"/>
              <a:t> </a:t>
            </a:r>
            <a:r>
              <a:rPr dirty="0" spc="45"/>
              <a:t>ícd"ccs</a:t>
            </a:r>
            <a:r>
              <a:rPr dirty="0" spc="85"/>
              <a:t> </a:t>
            </a:r>
            <a:r>
              <a:rPr dirty="0" spc="-45"/>
              <a:t>ma⭲"al</a:t>
            </a:r>
            <a:r>
              <a:rPr dirty="0" spc="50"/>
              <a:t> </a:t>
            </a:r>
            <a:r>
              <a:rPr dirty="0" spc="-85"/>
              <a:t>mo⭲itoíi⭲g</a:t>
            </a:r>
            <a:r>
              <a:rPr dirty="0" spc="-15"/>
              <a:t> </a:t>
            </a:r>
            <a:r>
              <a:rPr dirty="0" spc="-35"/>
              <a:t>b"ídc⭲</a:t>
            </a:r>
            <a:r>
              <a:rPr dirty="0" spc="95"/>
              <a:t> </a:t>
            </a:r>
            <a:r>
              <a:rPr dirty="0"/>
              <a:t>wkilc</a:t>
            </a:r>
            <a:r>
              <a:rPr dirty="0" spc="30"/>
              <a:t> </a:t>
            </a:r>
            <a:r>
              <a:rPr dirty="0" spc="-10"/>
              <a:t>impío:i⭲g</a:t>
            </a:r>
            <a:r>
              <a:rPr dirty="0" spc="45"/>
              <a:t> </a:t>
            </a:r>
            <a:r>
              <a:rPr dirty="0" spc="-40"/>
              <a:t>complia⭲cc</a:t>
            </a:r>
            <a:r>
              <a:rPr dirty="0"/>
              <a:t> </a:t>
            </a:r>
            <a:r>
              <a:rPr dirty="0" spc="-10"/>
              <a:t>íatcs.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80287" y="5974079"/>
            <a:ext cx="4270375" cy="1130935"/>
            <a:chOff x="780287" y="5974079"/>
            <a:chExt cx="4270375" cy="1130935"/>
          </a:xfrm>
        </p:grpSpPr>
        <p:sp>
          <p:nvSpPr>
            <p:cNvPr id="6" name="object 6"/>
            <p:cNvSpPr/>
            <p:nvPr/>
          </p:nvSpPr>
          <p:spPr>
            <a:xfrm>
              <a:off x="787907" y="5981699"/>
              <a:ext cx="4255135" cy="1115695"/>
            </a:xfrm>
            <a:custGeom>
              <a:avLst/>
              <a:gdLst/>
              <a:ahLst/>
              <a:cxnLst/>
              <a:rect l="l" t="t" r="r" b="b"/>
              <a:pathLst>
                <a:path w="4255135" h="1115695">
                  <a:moveTo>
                    <a:pt x="4232909" y="0"/>
                  </a:moveTo>
                  <a:lnTo>
                    <a:pt x="22110" y="0"/>
                  </a:lnTo>
                  <a:lnTo>
                    <a:pt x="13507" y="1738"/>
                  </a:lnTo>
                  <a:lnTo>
                    <a:pt x="6478" y="6477"/>
                  </a:lnTo>
                  <a:lnTo>
                    <a:pt x="1738" y="13501"/>
                  </a:lnTo>
                  <a:lnTo>
                    <a:pt x="0" y="22098"/>
                  </a:lnTo>
                  <a:lnTo>
                    <a:pt x="0" y="1093457"/>
                  </a:lnTo>
                  <a:lnTo>
                    <a:pt x="1738" y="1102060"/>
                  </a:lnTo>
                  <a:lnTo>
                    <a:pt x="6478" y="1109089"/>
                  </a:lnTo>
                  <a:lnTo>
                    <a:pt x="13507" y="1113829"/>
                  </a:lnTo>
                  <a:lnTo>
                    <a:pt x="22110" y="1115568"/>
                  </a:lnTo>
                  <a:lnTo>
                    <a:pt x="4232909" y="1115568"/>
                  </a:lnTo>
                  <a:lnTo>
                    <a:pt x="4241506" y="1113829"/>
                  </a:lnTo>
                  <a:lnTo>
                    <a:pt x="4248531" y="1109089"/>
                  </a:lnTo>
                  <a:lnTo>
                    <a:pt x="4253269" y="1102060"/>
                  </a:lnTo>
                  <a:lnTo>
                    <a:pt x="4255008" y="1093457"/>
                  </a:lnTo>
                  <a:lnTo>
                    <a:pt x="4255008" y="22098"/>
                  </a:lnTo>
                  <a:lnTo>
                    <a:pt x="4253269" y="13501"/>
                  </a:lnTo>
                  <a:lnTo>
                    <a:pt x="4248531" y="6476"/>
                  </a:lnTo>
                  <a:lnTo>
                    <a:pt x="4241506" y="1738"/>
                  </a:lnTo>
                  <a:lnTo>
                    <a:pt x="4232909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87907" y="5981699"/>
              <a:ext cx="4255135" cy="1115695"/>
            </a:xfrm>
            <a:custGeom>
              <a:avLst/>
              <a:gdLst/>
              <a:ahLst/>
              <a:cxnLst/>
              <a:rect l="l" t="t" r="r" b="b"/>
              <a:pathLst>
                <a:path w="4255135" h="1115695">
                  <a:moveTo>
                    <a:pt x="0" y="22098"/>
                  </a:moveTo>
                  <a:lnTo>
                    <a:pt x="1738" y="13501"/>
                  </a:lnTo>
                  <a:lnTo>
                    <a:pt x="6478" y="6477"/>
                  </a:lnTo>
                  <a:lnTo>
                    <a:pt x="13507" y="1738"/>
                  </a:lnTo>
                  <a:lnTo>
                    <a:pt x="22110" y="0"/>
                  </a:lnTo>
                  <a:lnTo>
                    <a:pt x="4232909" y="0"/>
                  </a:lnTo>
                  <a:lnTo>
                    <a:pt x="4241506" y="1738"/>
                  </a:lnTo>
                  <a:lnTo>
                    <a:pt x="4248531" y="6476"/>
                  </a:lnTo>
                  <a:lnTo>
                    <a:pt x="4253269" y="13501"/>
                  </a:lnTo>
                  <a:lnTo>
                    <a:pt x="4255008" y="22098"/>
                  </a:lnTo>
                  <a:lnTo>
                    <a:pt x="4255008" y="1093457"/>
                  </a:lnTo>
                  <a:lnTo>
                    <a:pt x="4253269" y="1102060"/>
                  </a:lnTo>
                  <a:lnTo>
                    <a:pt x="4248531" y="1109089"/>
                  </a:lnTo>
                  <a:lnTo>
                    <a:pt x="4241506" y="1113829"/>
                  </a:lnTo>
                  <a:lnTo>
                    <a:pt x="4232909" y="1115568"/>
                  </a:lnTo>
                  <a:lnTo>
                    <a:pt x="22110" y="1115568"/>
                  </a:lnTo>
                  <a:lnTo>
                    <a:pt x="13507" y="1113829"/>
                  </a:lnTo>
                  <a:lnTo>
                    <a:pt x="6478" y="1109089"/>
                  </a:lnTo>
                  <a:lnTo>
                    <a:pt x="1738" y="1102060"/>
                  </a:lnTo>
                  <a:lnTo>
                    <a:pt x="0" y="1093457"/>
                  </a:lnTo>
                  <a:lnTo>
                    <a:pt x="0" y="22098"/>
                  </a:lnTo>
                  <a:close/>
                </a:path>
              </a:pathLst>
            </a:custGeom>
            <a:ln w="15240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36752" y="6118986"/>
            <a:ext cx="3840479" cy="810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85">
                <a:solidFill>
                  <a:srgbClr val="D3D3D1"/>
                </a:solidFill>
                <a:latin typeface="Calibri"/>
                <a:cs typeface="Calibri"/>
              </a:rPr>
              <a:t>Technical</a:t>
            </a:r>
            <a:r>
              <a:rPr dirty="0" sz="1450" spc="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450" spc="65">
                <a:solidFill>
                  <a:srgbClr val="D3D3D1"/>
                </a:solidFill>
                <a:latin typeface="Calibri"/>
                <a:cs typeface="Calibri"/>
              </a:rPr>
              <a:t>Achievement</a:t>
            </a:r>
            <a:endParaRPr sz="1450">
              <a:latin typeface="Calibri"/>
              <a:cs typeface="Calibri"/>
            </a:endParaRPr>
          </a:p>
          <a:p>
            <a:pPr marL="12700" marR="5080">
              <a:lnSpc>
                <a:spcPct val="139300"/>
              </a:lnSpc>
              <a:spcBef>
                <a:spcPts val="600"/>
              </a:spcBef>
            </a:pP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Rob"st </a:t>
            </a:r>
            <a:r>
              <a:rPr dirty="0" sz="1150" spc="-40">
                <a:solidFill>
                  <a:srgbClr val="D3D3D1"/>
                </a:solidFill>
                <a:latin typeface="Arial"/>
                <a:cs typeface="Arial"/>
              </a:rPr>
              <a:t>CNN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 modcl</a:t>
            </a:r>
            <a:r>
              <a:rPr dirty="0" sz="115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witk 95%: </a:t>
            </a:r>
            <a:r>
              <a:rPr dirty="0" sz="1150" spc="-20">
                <a:solidFill>
                  <a:srgbClr val="D3D3D1"/>
                </a:solidFill>
                <a:latin typeface="Arial"/>
                <a:cs typeface="Arial"/>
              </a:rPr>
              <a:t>acc"íacQ,</a:t>
            </a:r>
            <a:r>
              <a:rPr dirty="0" sz="1150" spc="1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optimizcd roí </a:t>
            </a:r>
            <a:r>
              <a:rPr dirty="0" sz="1150" spc="-10">
                <a:solidFill>
                  <a:srgbClr val="D3D3D1"/>
                </a:solidFill>
                <a:latin typeface="Arial"/>
                <a:cs typeface="Arial"/>
              </a:rPr>
              <a:t>ícal-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timc</a:t>
            </a:r>
            <a:r>
              <a:rPr dirty="0" sz="11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95">
                <a:solidFill>
                  <a:srgbClr val="D3D3D1"/>
                </a:solidFill>
                <a:latin typeface="Arial"/>
                <a:cs typeface="Arial"/>
              </a:rPr>
              <a:t>i⭲rcíc⭲cc</a:t>
            </a:r>
            <a:r>
              <a:rPr dirty="0" sz="11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254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1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55">
                <a:solidFill>
                  <a:srgbClr val="D3D3D1"/>
                </a:solidFill>
                <a:latin typeface="Arial"/>
                <a:cs typeface="Arial"/>
              </a:rPr>
              <a:t>sta⭲daíd</a:t>
            </a:r>
            <a:r>
              <a:rPr dirty="0" sz="11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D3D3D1"/>
                </a:solidFill>
                <a:latin typeface="Arial"/>
                <a:cs typeface="Arial"/>
              </a:rPr>
              <a:t>kaídwaíc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81600" y="5974079"/>
            <a:ext cx="4270375" cy="1130935"/>
            <a:chOff x="5181600" y="5974079"/>
            <a:chExt cx="4270375" cy="1130935"/>
          </a:xfrm>
        </p:grpSpPr>
        <p:sp>
          <p:nvSpPr>
            <p:cNvPr id="10" name="object 10"/>
            <p:cNvSpPr/>
            <p:nvPr/>
          </p:nvSpPr>
          <p:spPr>
            <a:xfrm>
              <a:off x="5189220" y="5981699"/>
              <a:ext cx="4255135" cy="1115695"/>
            </a:xfrm>
            <a:custGeom>
              <a:avLst/>
              <a:gdLst/>
              <a:ahLst/>
              <a:cxnLst/>
              <a:rect l="l" t="t" r="r" b="b"/>
              <a:pathLst>
                <a:path w="4255134" h="1115695">
                  <a:moveTo>
                    <a:pt x="4232909" y="0"/>
                  </a:moveTo>
                  <a:lnTo>
                    <a:pt x="22097" y="0"/>
                  </a:lnTo>
                  <a:lnTo>
                    <a:pt x="13501" y="1738"/>
                  </a:lnTo>
                  <a:lnTo>
                    <a:pt x="6476" y="6477"/>
                  </a:lnTo>
                  <a:lnTo>
                    <a:pt x="1738" y="13501"/>
                  </a:lnTo>
                  <a:lnTo>
                    <a:pt x="0" y="22098"/>
                  </a:lnTo>
                  <a:lnTo>
                    <a:pt x="0" y="1093457"/>
                  </a:lnTo>
                  <a:lnTo>
                    <a:pt x="1738" y="1102060"/>
                  </a:lnTo>
                  <a:lnTo>
                    <a:pt x="6476" y="1109089"/>
                  </a:lnTo>
                  <a:lnTo>
                    <a:pt x="13501" y="1113829"/>
                  </a:lnTo>
                  <a:lnTo>
                    <a:pt x="22097" y="1115568"/>
                  </a:lnTo>
                  <a:lnTo>
                    <a:pt x="4232909" y="1115568"/>
                  </a:lnTo>
                  <a:lnTo>
                    <a:pt x="4241506" y="1113829"/>
                  </a:lnTo>
                  <a:lnTo>
                    <a:pt x="4248531" y="1109089"/>
                  </a:lnTo>
                  <a:lnTo>
                    <a:pt x="4253269" y="1102060"/>
                  </a:lnTo>
                  <a:lnTo>
                    <a:pt x="4255008" y="1093457"/>
                  </a:lnTo>
                  <a:lnTo>
                    <a:pt x="4255008" y="22098"/>
                  </a:lnTo>
                  <a:lnTo>
                    <a:pt x="4253269" y="13501"/>
                  </a:lnTo>
                  <a:lnTo>
                    <a:pt x="4248531" y="6476"/>
                  </a:lnTo>
                  <a:lnTo>
                    <a:pt x="4241506" y="1738"/>
                  </a:lnTo>
                  <a:lnTo>
                    <a:pt x="4232909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189220" y="5981699"/>
              <a:ext cx="4255135" cy="1115695"/>
            </a:xfrm>
            <a:custGeom>
              <a:avLst/>
              <a:gdLst/>
              <a:ahLst/>
              <a:cxnLst/>
              <a:rect l="l" t="t" r="r" b="b"/>
              <a:pathLst>
                <a:path w="4255134" h="1115695">
                  <a:moveTo>
                    <a:pt x="0" y="22098"/>
                  </a:moveTo>
                  <a:lnTo>
                    <a:pt x="1738" y="13501"/>
                  </a:lnTo>
                  <a:lnTo>
                    <a:pt x="6476" y="6477"/>
                  </a:lnTo>
                  <a:lnTo>
                    <a:pt x="13501" y="1738"/>
                  </a:lnTo>
                  <a:lnTo>
                    <a:pt x="22097" y="0"/>
                  </a:lnTo>
                  <a:lnTo>
                    <a:pt x="4232909" y="0"/>
                  </a:lnTo>
                  <a:lnTo>
                    <a:pt x="4241506" y="1738"/>
                  </a:lnTo>
                  <a:lnTo>
                    <a:pt x="4248531" y="6476"/>
                  </a:lnTo>
                  <a:lnTo>
                    <a:pt x="4253269" y="13501"/>
                  </a:lnTo>
                  <a:lnTo>
                    <a:pt x="4255008" y="22098"/>
                  </a:lnTo>
                  <a:lnTo>
                    <a:pt x="4255008" y="1093457"/>
                  </a:lnTo>
                  <a:lnTo>
                    <a:pt x="4253269" y="1102060"/>
                  </a:lnTo>
                  <a:lnTo>
                    <a:pt x="4248531" y="1109089"/>
                  </a:lnTo>
                  <a:lnTo>
                    <a:pt x="4241506" y="1113829"/>
                  </a:lnTo>
                  <a:lnTo>
                    <a:pt x="4232909" y="1115568"/>
                  </a:lnTo>
                  <a:lnTo>
                    <a:pt x="22097" y="1115568"/>
                  </a:lnTo>
                  <a:lnTo>
                    <a:pt x="13501" y="1113829"/>
                  </a:lnTo>
                  <a:lnTo>
                    <a:pt x="6476" y="1109089"/>
                  </a:lnTo>
                  <a:lnTo>
                    <a:pt x="1738" y="1102060"/>
                  </a:lnTo>
                  <a:lnTo>
                    <a:pt x="0" y="1093457"/>
                  </a:lnTo>
                  <a:lnTo>
                    <a:pt x="0" y="22098"/>
                  </a:lnTo>
                  <a:close/>
                </a:path>
              </a:pathLst>
            </a:custGeom>
            <a:ln w="15240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339334" y="6118986"/>
            <a:ext cx="3423920" cy="810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85">
                <a:solidFill>
                  <a:srgbClr val="D3D3D1"/>
                </a:solidFill>
                <a:latin typeface="Calibri"/>
                <a:cs typeface="Calibri"/>
              </a:rPr>
              <a:t>Practical</a:t>
            </a:r>
            <a:r>
              <a:rPr dirty="0" sz="1450" spc="1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450" spc="100">
                <a:solidFill>
                  <a:srgbClr val="D3D3D1"/>
                </a:solidFill>
                <a:latin typeface="Calibri"/>
                <a:cs typeface="Calibri"/>
              </a:rPr>
              <a:t>Impact</a:t>
            </a:r>
            <a:endParaRPr sz="1450">
              <a:latin typeface="Calibri"/>
              <a:cs typeface="Calibri"/>
            </a:endParaRPr>
          </a:p>
          <a:p>
            <a:pPr marL="12700" marR="5080">
              <a:lnSpc>
                <a:spcPct val="139300"/>
              </a:lnSpc>
              <a:spcBef>
                <a:spcPts val="600"/>
              </a:spcBef>
            </a:pP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Scalablc</a:t>
            </a:r>
            <a:r>
              <a:rPr dirty="0" sz="11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D3D3D1"/>
                </a:solidFill>
                <a:latin typeface="Arial"/>
                <a:cs typeface="Arial"/>
              </a:rPr>
              <a:t>sol"tio⭲</a:t>
            </a:r>
            <a:r>
              <a:rPr dirty="0" sz="11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30">
                <a:solidFill>
                  <a:srgbClr val="D3D3D1"/>
                </a:solidFill>
                <a:latin typeface="Arial"/>
                <a:cs typeface="Arial"/>
              </a:rPr>
              <a:t>dcploQablc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 acíoss</a:t>
            </a:r>
            <a:r>
              <a:rPr dirty="0" sz="11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D3D3D1"/>
                </a:solidFill>
                <a:latin typeface="Arial"/>
                <a:cs typeface="Arial"/>
              </a:rPr>
              <a:t>m"ltiplc</a:t>
            </a:r>
            <a:r>
              <a:rPr dirty="0" sz="1150" spc="-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D3D3D1"/>
                </a:solidFill>
                <a:latin typeface="Arial"/>
                <a:cs typeface="Arial"/>
              </a:rPr>
              <a:t>scctoís </a:t>
            </a:r>
            <a:r>
              <a:rPr dirty="0" sz="1150" spc="-85">
                <a:solidFill>
                  <a:srgbClr val="D3D3D1"/>
                </a:solidFill>
                <a:latin typeface="Arial"/>
                <a:cs typeface="Arial"/>
              </a:rPr>
              <a:t>i⭲cl"di⭲g</a:t>
            </a:r>
            <a:r>
              <a:rPr dirty="0" sz="11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kcaltkcaíc,</a:t>
            </a:r>
            <a:r>
              <a:rPr dirty="0" sz="115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íctail,</a:t>
            </a:r>
            <a:r>
              <a:rPr dirty="0" sz="11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7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1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D3D3D1"/>
                </a:solidFill>
                <a:latin typeface="Arial"/>
                <a:cs typeface="Arial"/>
              </a:rPr>
              <a:t>tía⭲spoítatio⭲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82911" y="5974079"/>
            <a:ext cx="4270375" cy="1130935"/>
            <a:chOff x="9582911" y="5974079"/>
            <a:chExt cx="4270375" cy="1130935"/>
          </a:xfrm>
        </p:grpSpPr>
        <p:sp>
          <p:nvSpPr>
            <p:cNvPr id="14" name="object 14"/>
            <p:cNvSpPr/>
            <p:nvPr/>
          </p:nvSpPr>
          <p:spPr>
            <a:xfrm>
              <a:off x="9590531" y="5981699"/>
              <a:ext cx="4255135" cy="1115695"/>
            </a:xfrm>
            <a:custGeom>
              <a:avLst/>
              <a:gdLst/>
              <a:ahLst/>
              <a:cxnLst/>
              <a:rect l="l" t="t" r="r" b="b"/>
              <a:pathLst>
                <a:path w="4255134" h="1115695">
                  <a:moveTo>
                    <a:pt x="4232910" y="0"/>
                  </a:moveTo>
                  <a:lnTo>
                    <a:pt x="22098" y="0"/>
                  </a:lnTo>
                  <a:lnTo>
                    <a:pt x="13501" y="1738"/>
                  </a:lnTo>
                  <a:lnTo>
                    <a:pt x="6477" y="6477"/>
                  </a:lnTo>
                  <a:lnTo>
                    <a:pt x="1738" y="13501"/>
                  </a:lnTo>
                  <a:lnTo>
                    <a:pt x="0" y="22098"/>
                  </a:lnTo>
                  <a:lnTo>
                    <a:pt x="0" y="1093457"/>
                  </a:lnTo>
                  <a:lnTo>
                    <a:pt x="1738" y="1102060"/>
                  </a:lnTo>
                  <a:lnTo>
                    <a:pt x="6476" y="1109089"/>
                  </a:lnTo>
                  <a:lnTo>
                    <a:pt x="13501" y="1113829"/>
                  </a:lnTo>
                  <a:lnTo>
                    <a:pt x="22098" y="1115568"/>
                  </a:lnTo>
                  <a:lnTo>
                    <a:pt x="4232910" y="1115568"/>
                  </a:lnTo>
                  <a:lnTo>
                    <a:pt x="4241506" y="1113829"/>
                  </a:lnTo>
                  <a:lnTo>
                    <a:pt x="4248531" y="1109089"/>
                  </a:lnTo>
                  <a:lnTo>
                    <a:pt x="4253269" y="1102060"/>
                  </a:lnTo>
                  <a:lnTo>
                    <a:pt x="4255008" y="1093457"/>
                  </a:lnTo>
                  <a:lnTo>
                    <a:pt x="4255008" y="22098"/>
                  </a:lnTo>
                  <a:lnTo>
                    <a:pt x="4253269" y="13501"/>
                  </a:lnTo>
                  <a:lnTo>
                    <a:pt x="4248531" y="6476"/>
                  </a:lnTo>
                  <a:lnTo>
                    <a:pt x="4241506" y="1738"/>
                  </a:lnTo>
                  <a:lnTo>
                    <a:pt x="4232910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590531" y="5981699"/>
              <a:ext cx="4255135" cy="1115695"/>
            </a:xfrm>
            <a:custGeom>
              <a:avLst/>
              <a:gdLst/>
              <a:ahLst/>
              <a:cxnLst/>
              <a:rect l="l" t="t" r="r" b="b"/>
              <a:pathLst>
                <a:path w="4255134" h="1115695">
                  <a:moveTo>
                    <a:pt x="0" y="22098"/>
                  </a:moveTo>
                  <a:lnTo>
                    <a:pt x="1738" y="13501"/>
                  </a:lnTo>
                  <a:lnTo>
                    <a:pt x="6477" y="6477"/>
                  </a:lnTo>
                  <a:lnTo>
                    <a:pt x="13501" y="1738"/>
                  </a:lnTo>
                  <a:lnTo>
                    <a:pt x="22098" y="0"/>
                  </a:lnTo>
                  <a:lnTo>
                    <a:pt x="4232910" y="0"/>
                  </a:lnTo>
                  <a:lnTo>
                    <a:pt x="4241506" y="1738"/>
                  </a:lnTo>
                  <a:lnTo>
                    <a:pt x="4248531" y="6476"/>
                  </a:lnTo>
                  <a:lnTo>
                    <a:pt x="4253269" y="13501"/>
                  </a:lnTo>
                  <a:lnTo>
                    <a:pt x="4255008" y="22098"/>
                  </a:lnTo>
                  <a:lnTo>
                    <a:pt x="4255008" y="1093457"/>
                  </a:lnTo>
                  <a:lnTo>
                    <a:pt x="4253269" y="1102060"/>
                  </a:lnTo>
                  <a:lnTo>
                    <a:pt x="4248531" y="1109089"/>
                  </a:lnTo>
                  <a:lnTo>
                    <a:pt x="4241506" y="1113829"/>
                  </a:lnTo>
                  <a:lnTo>
                    <a:pt x="4232910" y="1115568"/>
                  </a:lnTo>
                  <a:lnTo>
                    <a:pt x="22098" y="1115568"/>
                  </a:lnTo>
                  <a:lnTo>
                    <a:pt x="13501" y="1113829"/>
                  </a:lnTo>
                  <a:lnTo>
                    <a:pt x="6476" y="1109089"/>
                  </a:lnTo>
                  <a:lnTo>
                    <a:pt x="1738" y="1102060"/>
                  </a:lnTo>
                  <a:lnTo>
                    <a:pt x="0" y="1093457"/>
                  </a:lnTo>
                  <a:lnTo>
                    <a:pt x="0" y="22098"/>
                  </a:lnTo>
                  <a:close/>
                </a:path>
              </a:pathLst>
            </a:custGeom>
            <a:ln w="15240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741789" y="6118986"/>
            <a:ext cx="3611879" cy="810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70">
                <a:solidFill>
                  <a:srgbClr val="D3D3D1"/>
                </a:solidFill>
                <a:latin typeface="Calibri"/>
                <a:cs typeface="Calibri"/>
              </a:rPr>
              <a:t>Future</a:t>
            </a:r>
            <a:r>
              <a:rPr dirty="0" sz="145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450" spc="55">
                <a:solidFill>
                  <a:srgbClr val="D3D3D1"/>
                </a:solidFill>
                <a:latin typeface="Calibri"/>
                <a:cs typeface="Calibri"/>
              </a:rPr>
              <a:t>Potential</a:t>
            </a:r>
            <a:endParaRPr sz="1450">
              <a:latin typeface="Calibri"/>
              <a:cs typeface="Calibri"/>
            </a:endParaRPr>
          </a:p>
          <a:p>
            <a:pPr marL="12700" marR="5080">
              <a:lnSpc>
                <a:spcPct val="139300"/>
              </a:lnSpc>
              <a:spcBef>
                <a:spcPts val="600"/>
              </a:spcBef>
            </a:pPr>
            <a:r>
              <a:rPr dirty="0" sz="1150" spc="-45">
                <a:solidFill>
                  <a:srgbClr val="D3D3D1"/>
                </a:solidFill>
                <a:latin typeface="Arial"/>
                <a:cs typeface="Arial"/>
              </a:rPr>
              <a:t>Io"⭲datio⭲</a:t>
            </a:r>
            <a:r>
              <a:rPr dirty="0" sz="11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1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70">
                <a:solidFill>
                  <a:srgbClr val="D3D3D1"/>
                </a:solidFill>
                <a:latin typeface="Arial"/>
                <a:cs typeface="Arial"/>
              </a:rPr>
              <a:t>cxpa⭲dcd</a:t>
            </a:r>
            <a:r>
              <a:rPr dirty="0" sz="11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AI</a:t>
            </a:r>
            <a:r>
              <a:rPr dirty="0" sz="11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s"í:cilla⭲cc</a:t>
            </a:r>
            <a:r>
              <a:rPr dirty="0" sz="11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35">
                <a:solidFill>
                  <a:srgbClr val="D3D3D1"/>
                </a:solidFill>
                <a:latin typeface="Arial"/>
                <a:cs typeface="Arial"/>
              </a:rPr>
              <a:t>applicatio⭲s</a:t>
            </a:r>
            <a:r>
              <a:rPr dirty="0" sz="1150" spc="-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55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150" spc="50">
                <a:solidFill>
                  <a:srgbClr val="D3D3D1"/>
                </a:solidFill>
                <a:latin typeface="Arial"/>
                <a:cs typeface="Arial"/>
              </a:rPr>
              <a:t> p"blic</a:t>
            </a:r>
            <a:r>
              <a:rPr dirty="0" sz="11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kcaltk</a:t>
            </a:r>
            <a:r>
              <a:rPr dirty="0" sz="11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7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1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D3D3D1"/>
                </a:solidFill>
                <a:latin typeface="Arial"/>
                <a:cs typeface="Arial"/>
              </a:rPr>
              <a:t>sarctQ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D3D3D1"/>
                </a:solidFill>
                <a:latin typeface="Arial"/>
                <a:cs typeface="Arial"/>
              </a:rPr>
              <a:t>mo⭲itoíi⭲g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3988" y="7215245"/>
            <a:ext cx="12517120" cy="51435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As</a:t>
            </a:r>
            <a:r>
              <a:rPr dirty="0" sz="11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wc</a:t>
            </a:r>
            <a:r>
              <a:rPr dirty="0" sz="11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85">
                <a:solidFill>
                  <a:srgbClr val="D3D3D1"/>
                </a:solidFill>
                <a:latin typeface="Arial"/>
                <a:cs typeface="Arial"/>
              </a:rPr>
              <a:t>co⭲ti⭲"c</a:t>
            </a:r>
            <a:r>
              <a:rPr dirty="0" sz="11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1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racc</a:t>
            </a:r>
            <a:r>
              <a:rPr dirty="0" sz="11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c:ol:i⭲g</a:t>
            </a:r>
            <a:r>
              <a:rPr dirty="0" sz="11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kcaltk</a:t>
            </a:r>
            <a:r>
              <a:rPr dirty="0" sz="11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45">
                <a:solidFill>
                  <a:srgbClr val="D3D3D1"/>
                </a:solidFill>
                <a:latin typeface="Arial"/>
                <a:cs typeface="Arial"/>
              </a:rPr>
              <a:t>ckallc⭲gcs,</a:t>
            </a:r>
            <a:r>
              <a:rPr dirty="0" sz="11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tkis</a:t>
            </a:r>
            <a:r>
              <a:rPr dirty="0" sz="11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píojcct</a:t>
            </a:r>
            <a:r>
              <a:rPr dirty="0" sz="1150" spc="8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cxcmplirics</a:t>
            </a:r>
            <a:r>
              <a:rPr dirty="0" sz="11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kow</a:t>
            </a:r>
            <a:r>
              <a:rPr dirty="0" sz="11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55">
                <a:solidFill>
                  <a:srgbClr val="D3D3D1"/>
                </a:solidFill>
                <a:latin typeface="Arial"/>
                <a:cs typeface="Arial"/>
              </a:rPr>
              <a:t>macki⭲c</a:t>
            </a:r>
            <a:r>
              <a:rPr dirty="0" sz="11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14">
                <a:solidFill>
                  <a:srgbClr val="D3D3D1"/>
                </a:solidFill>
                <a:latin typeface="Arial"/>
                <a:cs typeface="Arial"/>
              </a:rPr>
              <a:t>lcaí⭲i⭲g</a:t>
            </a:r>
            <a:r>
              <a:rPr dirty="0" sz="11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80">
                <a:solidFill>
                  <a:srgbClr val="D3D3D1"/>
                </a:solidFill>
                <a:latin typeface="Arial"/>
                <a:cs typeface="Arial"/>
              </a:rPr>
              <a:t>ca⭲</a:t>
            </a:r>
            <a:r>
              <a:rPr dirty="0" sz="1150" spc="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30">
                <a:solidFill>
                  <a:srgbClr val="D3D3D1"/>
                </a:solidFill>
                <a:latin typeface="Arial"/>
                <a:cs typeface="Arial"/>
              </a:rPr>
              <a:t>a"gmc⭲t</a:t>
            </a:r>
            <a:r>
              <a:rPr dirty="0" sz="11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D3D3D1"/>
                </a:solidFill>
                <a:latin typeface="Arial"/>
                <a:cs typeface="Arial"/>
              </a:rPr>
              <a:t>k"ma⭲</a:t>
            </a:r>
            <a:r>
              <a:rPr dirty="0" sz="11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D3D3D1"/>
                </a:solidFill>
                <a:latin typeface="Arial"/>
                <a:cs typeface="Arial"/>
              </a:rPr>
              <a:t>dccisio⭲-</a:t>
            </a:r>
            <a:r>
              <a:rPr dirty="0" sz="1150" spc="-85">
                <a:solidFill>
                  <a:srgbClr val="D3D3D1"/>
                </a:solidFill>
                <a:latin typeface="Arial"/>
                <a:cs typeface="Arial"/>
              </a:rPr>
              <a:t>maki⭲g,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45">
                <a:solidFill>
                  <a:srgbClr val="D3D3D1"/>
                </a:solidFill>
                <a:latin typeface="Arial"/>
                <a:cs typeface="Arial"/>
              </a:rPr>
              <a:t>cícati⭲g</a:t>
            </a:r>
            <a:r>
              <a:rPr dirty="0" sz="11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sarcí</a:t>
            </a:r>
            <a:r>
              <a:rPr dirty="0" sz="11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95">
                <a:solidFill>
                  <a:srgbClr val="D3D3D1"/>
                </a:solidFill>
                <a:latin typeface="Arial"/>
                <a:cs typeface="Arial"/>
              </a:rPr>
              <a:t>c⭲:iío⭲mc⭲ts</a:t>
            </a:r>
            <a:r>
              <a:rPr dirty="0" sz="11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wkilc</a:t>
            </a:r>
            <a:r>
              <a:rPr dirty="0" sz="11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30">
                <a:solidFill>
                  <a:srgbClr val="D3D3D1"/>
                </a:solidFill>
                <a:latin typeface="Arial"/>
                <a:cs typeface="Arial"/>
              </a:rPr>
              <a:t>ícspccti⭲g</a:t>
            </a:r>
            <a:r>
              <a:rPr dirty="0" sz="11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D3D3D1"/>
                </a:solidFill>
                <a:latin typeface="Arial"/>
                <a:cs typeface="Arial"/>
              </a:rPr>
              <a:t>opcíatio⭲al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150" spc="-70">
                <a:solidFill>
                  <a:srgbClr val="D3D3D1"/>
                </a:solidFill>
                <a:latin typeface="Arial"/>
                <a:cs typeface="Arial"/>
              </a:rPr>
              <a:t>crricic⭲cQ.</a:t>
            </a:r>
            <a:r>
              <a:rPr dirty="0" sz="11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140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150" spc="1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mctkodologics</a:t>
            </a:r>
            <a:r>
              <a:rPr dirty="0" sz="115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7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150" spc="9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aíckitcct"ícs</a:t>
            </a:r>
            <a:r>
              <a:rPr dirty="0" sz="1150" spc="1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dc:clopcd</a:t>
            </a:r>
            <a:r>
              <a:rPr dirty="0" sz="115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kcíc</a:t>
            </a:r>
            <a:r>
              <a:rPr dirty="0" sz="1150" spc="1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80">
                <a:solidFill>
                  <a:srgbClr val="D3D3D1"/>
                </a:solidFill>
                <a:latin typeface="Arial"/>
                <a:cs typeface="Arial"/>
              </a:rPr>
              <a:t>ca⭲</a:t>
            </a:r>
            <a:r>
              <a:rPr dirty="0" sz="1150" spc="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bc</a:t>
            </a:r>
            <a:r>
              <a:rPr dirty="0" sz="11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adaptcd</a:t>
            </a:r>
            <a:r>
              <a:rPr dirty="0" sz="115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to</a:t>
            </a:r>
            <a:r>
              <a:rPr dirty="0" sz="11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dctcct</a:t>
            </a:r>
            <a:r>
              <a:rPr dirty="0" sz="1150" spc="1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otkcí</a:t>
            </a:r>
            <a:r>
              <a:rPr dirty="0" sz="1150" spc="1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80">
                <a:solidFill>
                  <a:srgbClr val="D3D3D1"/>
                </a:solidFill>
                <a:latin typeface="Arial"/>
                <a:cs typeface="Arial"/>
              </a:rPr>
              <a:t>PPE</a:t>
            </a:r>
            <a:r>
              <a:rPr dirty="0" sz="11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45">
                <a:solidFill>
                  <a:srgbClr val="D3D3D1"/>
                </a:solidFill>
                <a:latin typeface="Arial"/>
                <a:cs typeface="Arial"/>
              </a:rPr>
              <a:t>complia⭲cc,</a:t>
            </a:r>
            <a:r>
              <a:rPr dirty="0" sz="11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social</a:t>
            </a:r>
            <a:r>
              <a:rPr dirty="0" sz="11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90">
                <a:solidFill>
                  <a:srgbClr val="D3D3D1"/>
                </a:solidFill>
                <a:latin typeface="Arial"/>
                <a:cs typeface="Arial"/>
              </a:rPr>
              <a:t>dista⭲ci⭲g</a:t>
            </a:r>
            <a:r>
              <a:rPr dirty="0" sz="11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D3D3D1"/>
                </a:solidFill>
                <a:latin typeface="Arial"/>
                <a:cs typeface="Arial"/>
              </a:rPr>
              <a:t>:iolatio⭲s,</a:t>
            </a:r>
            <a:r>
              <a:rPr dirty="0" sz="11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oí</a:t>
            </a:r>
            <a:r>
              <a:rPr dirty="0" sz="11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45">
                <a:solidFill>
                  <a:srgbClr val="D3D3D1"/>
                </a:solidFill>
                <a:latin typeface="Arial"/>
                <a:cs typeface="Arial"/>
              </a:rPr>
              <a:t>cmcígi⭲g</a:t>
            </a:r>
            <a:r>
              <a:rPr dirty="0" sz="11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D3D3D1"/>
                </a:solidFill>
                <a:latin typeface="Arial"/>
                <a:cs typeface="Arial"/>
              </a:rPr>
              <a:t>kcaltk</a:t>
            </a:r>
            <a:r>
              <a:rPr dirty="0" sz="1150" spc="10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D3D3D1"/>
                </a:solidFill>
                <a:latin typeface="Arial"/>
                <a:cs typeface="Arial"/>
              </a:rPr>
              <a:t>píotocols.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825983" y="7726680"/>
            <a:ext cx="1743710" cy="485140"/>
            <a:chOff x="12825983" y="7726680"/>
            <a:chExt cx="1743710" cy="485140"/>
          </a:xfrm>
        </p:grpSpPr>
        <p:sp>
          <p:nvSpPr>
            <p:cNvPr id="19" name="object 19"/>
            <p:cNvSpPr/>
            <p:nvPr/>
          </p:nvSpPr>
          <p:spPr>
            <a:xfrm>
              <a:off x="12832079" y="7732776"/>
              <a:ext cx="1731645" cy="472440"/>
            </a:xfrm>
            <a:custGeom>
              <a:avLst/>
              <a:gdLst/>
              <a:ahLst/>
              <a:cxnLst/>
              <a:rect l="l" t="t" r="r" b="b"/>
              <a:pathLst>
                <a:path w="1731644" h="472440">
                  <a:moveTo>
                    <a:pt x="1731264" y="0"/>
                  </a:moveTo>
                  <a:lnTo>
                    <a:pt x="0" y="0"/>
                  </a:lnTo>
                  <a:lnTo>
                    <a:pt x="0" y="472440"/>
                  </a:lnTo>
                  <a:lnTo>
                    <a:pt x="1731264" y="472440"/>
                  </a:lnTo>
                  <a:lnTo>
                    <a:pt x="173126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832079" y="7732776"/>
              <a:ext cx="1731645" cy="472440"/>
            </a:xfrm>
            <a:custGeom>
              <a:avLst/>
              <a:gdLst/>
              <a:ahLst/>
              <a:cxnLst/>
              <a:rect l="l" t="t" r="r" b="b"/>
              <a:pathLst>
                <a:path w="1731644" h="472440">
                  <a:moveTo>
                    <a:pt x="0" y="472440"/>
                  </a:moveTo>
                  <a:lnTo>
                    <a:pt x="1731264" y="472440"/>
                  </a:lnTo>
                  <a:lnTo>
                    <a:pt x="1731264" y="0"/>
                  </a:lnTo>
                  <a:lnTo>
                    <a:pt x="0" y="0"/>
                  </a:lnTo>
                  <a:lnTo>
                    <a:pt x="0" y="47244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86359" y="7748014"/>
            <a:ext cx="1777364" cy="414655"/>
            <a:chOff x="12786359" y="7748014"/>
            <a:chExt cx="1777364" cy="414655"/>
          </a:xfrm>
        </p:grpSpPr>
        <p:sp>
          <p:nvSpPr>
            <p:cNvPr id="3" name="object 3"/>
            <p:cNvSpPr/>
            <p:nvPr/>
          </p:nvSpPr>
          <p:spPr>
            <a:xfrm>
              <a:off x="12792455" y="7754110"/>
              <a:ext cx="1701164" cy="387350"/>
            </a:xfrm>
            <a:custGeom>
              <a:avLst/>
              <a:gdLst/>
              <a:ahLst/>
              <a:cxnLst/>
              <a:rect l="l" t="t" r="r" b="b"/>
              <a:pathLst>
                <a:path w="1701165" h="387350">
                  <a:moveTo>
                    <a:pt x="1700784" y="0"/>
                  </a:moveTo>
                  <a:lnTo>
                    <a:pt x="0" y="0"/>
                  </a:lnTo>
                  <a:lnTo>
                    <a:pt x="0" y="387096"/>
                  </a:lnTo>
                  <a:lnTo>
                    <a:pt x="1700784" y="387096"/>
                  </a:lnTo>
                  <a:lnTo>
                    <a:pt x="1700784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792455" y="7754110"/>
              <a:ext cx="1701164" cy="387350"/>
            </a:xfrm>
            <a:custGeom>
              <a:avLst/>
              <a:gdLst/>
              <a:ahLst/>
              <a:cxnLst/>
              <a:rect l="l" t="t" r="r" b="b"/>
              <a:pathLst>
                <a:path w="1701165" h="387350">
                  <a:moveTo>
                    <a:pt x="0" y="387096"/>
                  </a:moveTo>
                  <a:lnTo>
                    <a:pt x="1700784" y="387096"/>
                  </a:lnTo>
                  <a:lnTo>
                    <a:pt x="1700784" y="0"/>
                  </a:lnTo>
                  <a:lnTo>
                    <a:pt x="0" y="0"/>
                  </a:lnTo>
                  <a:lnTo>
                    <a:pt x="0" y="387096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8224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105"/>
              </a:spcBef>
            </a:pPr>
            <a:r>
              <a:rPr dirty="0" spc="225"/>
              <a:t>References</a:t>
            </a:r>
            <a:r>
              <a:rPr dirty="0" spc="10"/>
              <a:t> </a:t>
            </a:r>
            <a:r>
              <a:rPr dirty="0" spc="90"/>
              <a:t>&amp;</a:t>
            </a:r>
            <a:r>
              <a:rPr dirty="0" spc="20"/>
              <a:t> </a:t>
            </a:r>
            <a:r>
              <a:rPr dirty="0" spc="225"/>
              <a:t>Resources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6122" y="1406499"/>
            <a:ext cx="12759055" cy="58102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350" spc="125">
                <a:solidFill>
                  <a:srgbClr val="D3D3D1"/>
                </a:solidFill>
                <a:latin typeface="Arial"/>
                <a:cs typeface="Arial"/>
              </a:rPr>
              <a:t>ľkis</a:t>
            </a:r>
            <a:r>
              <a:rPr dirty="0" sz="13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píojcct</a:t>
            </a:r>
            <a:r>
              <a:rPr dirty="0" sz="13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was</a:t>
            </a:r>
            <a:r>
              <a:rPr dirty="0" sz="13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45">
                <a:solidFill>
                  <a:srgbClr val="D3D3D1"/>
                </a:solidFill>
                <a:latin typeface="Arial"/>
                <a:cs typeface="Arial"/>
              </a:rPr>
              <a:t>dc:clopcd</a:t>
            </a:r>
            <a:r>
              <a:rPr dirty="0" sz="13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D3D3D1"/>
                </a:solidFill>
                <a:latin typeface="Arial"/>
                <a:cs typeface="Arial"/>
              </a:rPr>
              <a:t>"si⭲g</a:t>
            </a:r>
            <a:r>
              <a:rPr dirty="0" sz="13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80">
                <a:solidFill>
                  <a:srgbClr val="D3D3D1"/>
                </a:solidFill>
                <a:latin typeface="Arial"/>
                <a:cs typeface="Arial"/>
              </a:rPr>
              <a:t>i⭲d"stíQ-</a:t>
            </a:r>
            <a:r>
              <a:rPr dirty="0" sz="1350" spc="-60">
                <a:solidFill>
                  <a:srgbClr val="D3D3D1"/>
                </a:solidFill>
                <a:latin typeface="Arial"/>
                <a:cs typeface="Arial"/>
              </a:rPr>
              <a:t>sta⭲daíd</a:t>
            </a:r>
            <a:r>
              <a:rPr dirty="0" sz="1350" spc="10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ríamcwoíks</a:t>
            </a:r>
            <a:r>
              <a:rPr dirty="0" sz="135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p"bliclQ</a:t>
            </a:r>
            <a:r>
              <a:rPr dirty="0" sz="13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a:ailablc</a:t>
            </a:r>
            <a:r>
              <a:rPr dirty="0" sz="13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datascts.</a:t>
            </a:r>
            <a:r>
              <a:rPr dirty="0" sz="13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160">
                <a:solidFill>
                  <a:srgbClr val="D3D3D1"/>
                </a:solidFill>
                <a:latin typeface="Arial"/>
                <a:cs typeface="Arial"/>
              </a:rPr>
              <a:t>ľkc</a:t>
            </a:r>
            <a:r>
              <a:rPr dirty="0" sz="13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D3D3D1"/>
                </a:solidFill>
                <a:latin typeface="Arial"/>
                <a:cs typeface="Arial"/>
              </a:rPr>
              <a:t>rollowi⭲g</a:t>
            </a:r>
            <a:r>
              <a:rPr dirty="0" sz="1350" spc="55">
                <a:solidFill>
                  <a:srgbClr val="D3D3D1"/>
                </a:solidFill>
                <a:latin typeface="Arial"/>
                <a:cs typeface="Arial"/>
              </a:rPr>
              <a:t> ícso"íccs</a:t>
            </a:r>
            <a:r>
              <a:rPr dirty="0" sz="13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wcíc</a:t>
            </a:r>
            <a:r>
              <a:rPr dirty="0" sz="13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D3D3D1"/>
                </a:solidFill>
                <a:latin typeface="Arial"/>
                <a:cs typeface="Arial"/>
              </a:rPr>
              <a:t>i⭲stí"mc⭲tal</a:t>
            </a:r>
            <a:r>
              <a:rPr dirty="0" sz="13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300">
                <a:solidFill>
                  <a:srgbClr val="D3D3D1"/>
                </a:solidFill>
                <a:latin typeface="Arial"/>
                <a:cs typeface="Arial"/>
              </a:rPr>
              <a:t>i⭲</a:t>
            </a:r>
            <a:r>
              <a:rPr dirty="0" sz="13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D3D3D1"/>
                </a:solidFill>
                <a:latin typeface="Arial"/>
                <a:cs typeface="Arial"/>
              </a:rPr>
              <a:t>sQstcm</a:t>
            </a:r>
            <a:r>
              <a:rPr dirty="0" sz="13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dc:clopmc⭲t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:alidatio⭲.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5048" y="2206751"/>
            <a:ext cx="4267200" cy="2051685"/>
            <a:chOff x="765048" y="2206751"/>
            <a:chExt cx="4267200" cy="2051685"/>
          </a:xfrm>
        </p:grpSpPr>
        <p:sp>
          <p:nvSpPr>
            <p:cNvPr id="8" name="object 8"/>
            <p:cNvSpPr/>
            <p:nvPr/>
          </p:nvSpPr>
          <p:spPr>
            <a:xfrm>
              <a:off x="789432" y="2218943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4120896" y="0"/>
                  </a:moveTo>
                  <a:lnTo>
                    <a:pt x="109753" y="0"/>
                  </a:lnTo>
                  <a:lnTo>
                    <a:pt x="67031" y="8626"/>
                  </a:lnTo>
                  <a:lnTo>
                    <a:pt x="32145" y="32146"/>
                  </a:lnTo>
                  <a:lnTo>
                    <a:pt x="8624" y="67026"/>
                  </a:lnTo>
                  <a:lnTo>
                    <a:pt x="0" y="109727"/>
                  </a:lnTo>
                  <a:lnTo>
                    <a:pt x="0" y="1917191"/>
                  </a:lnTo>
                  <a:lnTo>
                    <a:pt x="8624" y="1959893"/>
                  </a:lnTo>
                  <a:lnTo>
                    <a:pt x="32145" y="1994773"/>
                  </a:lnTo>
                  <a:lnTo>
                    <a:pt x="67031" y="2018293"/>
                  </a:lnTo>
                  <a:lnTo>
                    <a:pt x="109753" y="2026919"/>
                  </a:lnTo>
                  <a:lnTo>
                    <a:pt x="4120896" y="2026919"/>
                  </a:lnTo>
                  <a:lnTo>
                    <a:pt x="4163597" y="2018293"/>
                  </a:lnTo>
                  <a:lnTo>
                    <a:pt x="4198477" y="1994773"/>
                  </a:lnTo>
                  <a:lnTo>
                    <a:pt x="4221997" y="1959893"/>
                  </a:lnTo>
                  <a:lnTo>
                    <a:pt x="4230624" y="1917191"/>
                  </a:lnTo>
                  <a:lnTo>
                    <a:pt x="4230624" y="109727"/>
                  </a:lnTo>
                  <a:lnTo>
                    <a:pt x="4221997" y="67026"/>
                  </a:lnTo>
                  <a:lnTo>
                    <a:pt x="4198477" y="32146"/>
                  </a:lnTo>
                  <a:lnTo>
                    <a:pt x="4163597" y="8626"/>
                  </a:lnTo>
                  <a:lnTo>
                    <a:pt x="4120896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89432" y="2218943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0" y="109727"/>
                  </a:move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lnTo>
                    <a:pt x="4120896" y="0"/>
                  </a:lnTo>
                  <a:lnTo>
                    <a:pt x="4163597" y="8626"/>
                  </a:lnTo>
                  <a:lnTo>
                    <a:pt x="4198477" y="32146"/>
                  </a:lnTo>
                  <a:lnTo>
                    <a:pt x="4221997" y="67026"/>
                  </a:lnTo>
                  <a:lnTo>
                    <a:pt x="4230624" y="109727"/>
                  </a:lnTo>
                  <a:lnTo>
                    <a:pt x="4230624" y="1917191"/>
                  </a:lnTo>
                  <a:lnTo>
                    <a:pt x="4221997" y="1959893"/>
                  </a:lnTo>
                  <a:lnTo>
                    <a:pt x="4198477" y="1994773"/>
                  </a:lnTo>
                  <a:lnTo>
                    <a:pt x="4163597" y="2018293"/>
                  </a:lnTo>
                  <a:lnTo>
                    <a:pt x="4120896" y="2026919"/>
                  </a:lnTo>
                  <a:lnTo>
                    <a:pt x="109753" y="2026919"/>
                  </a:lnTo>
                  <a:lnTo>
                    <a:pt x="67031" y="2018293"/>
                  </a:lnTo>
                  <a:lnTo>
                    <a:pt x="32145" y="1994773"/>
                  </a:lnTo>
                  <a:lnTo>
                    <a:pt x="8624" y="1959893"/>
                  </a:lnTo>
                  <a:lnTo>
                    <a:pt x="0" y="1917191"/>
                  </a:lnTo>
                  <a:lnTo>
                    <a:pt x="0" y="109727"/>
                  </a:lnTo>
                  <a:close/>
                </a:path>
              </a:pathLst>
            </a:custGeom>
            <a:ln w="24383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5048" y="2218943"/>
              <a:ext cx="91440" cy="2026920"/>
            </a:xfrm>
            <a:custGeom>
              <a:avLst/>
              <a:gdLst/>
              <a:ahLst/>
              <a:cxnLst/>
              <a:rect l="l" t="t" r="r" b="b"/>
              <a:pathLst>
                <a:path w="91440" h="2026920">
                  <a:moveTo>
                    <a:pt x="64820" y="0"/>
                  </a:moveTo>
                  <a:lnTo>
                    <a:pt x="26619" y="0"/>
                  </a:lnTo>
                  <a:lnTo>
                    <a:pt x="16260" y="2095"/>
                  </a:lnTo>
                  <a:lnTo>
                    <a:pt x="7799" y="7810"/>
                  </a:lnTo>
                  <a:lnTo>
                    <a:pt x="2092" y="16287"/>
                  </a:lnTo>
                  <a:lnTo>
                    <a:pt x="0" y="26669"/>
                  </a:lnTo>
                  <a:lnTo>
                    <a:pt x="0" y="2000250"/>
                  </a:lnTo>
                  <a:lnTo>
                    <a:pt x="2092" y="2010632"/>
                  </a:lnTo>
                  <a:lnTo>
                    <a:pt x="7799" y="2019109"/>
                  </a:lnTo>
                  <a:lnTo>
                    <a:pt x="16260" y="2024824"/>
                  </a:lnTo>
                  <a:lnTo>
                    <a:pt x="26619" y="2026919"/>
                  </a:lnTo>
                  <a:lnTo>
                    <a:pt x="64820" y="2026919"/>
                  </a:lnTo>
                  <a:lnTo>
                    <a:pt x="75179" y="2024824"/>
                  </a:lnTo>
                  <a:lnTo>
                    <a:pt x="83640" y="2019109"/>
                  </a:lnTo>
                  <a:lnTo>
                    <a:pt x="89347" y="2010632"/>
                  </a:lnTo>
                  <a:lnTo>
                    <a:pt x="91439" y="2000250"/>
                  </a:lnTo>
                  <a:lnTo>
                    <a:pt x="91439" y="26669"/>
                  </a:lnTo>
                  <a:lnTo>
                    <a:pt x="89347" y="16287"/>
                  </a:lnTo>
                  <a:lnTo>
                    <a:pt x="83640" y="7810"/>
                  </a:lnTo>
                  <a:lnTo>
                    <a:pt x="75179" y="2095"/>
                  </a:lnTo>
                  <a:lnTo>
                    <a:pt x="64820" y="0"/>
                  </a:lnTo>
                  <a:close/>
                </a:path>
              </a:pathLst>
            </a:custGeom>
            <a:solidFill>
              <a:srgbClr val="FFBB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44955" y="2401265"/>
            <a:ext cx="3707765" cy="1218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05">
                <a:solidFill>
                  <a:srgbClr val="D3D3D1"/>
                </a:solidFill>
                <a:latin typeface="Calibri"/>
                <a:cs typeface="Calibri"/>
              </a:rPr>
              <a:t>TensorFlow</a:t>
            </a:r>
            <a:r>
              <a:rPr dirty="0" sz="1700" spc="7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80">
                <a:solidFill>
                  <a:srgbClr val="D3D3D1"/>
                </a:solidFill>
                <a:latin typeface="Calibri"/>
                <a:cs typeface="Calibri"/>
              </a:rPr>
              <a:t>Official</a:t>
            </a:r>
            <a:r>
              <a:rPr dirty="0" sz="1700" spc="1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75">
                <a:solidFill>
                  <a:srgbClr val="D3D3D1"/>
                </a:solidFill>
                <a:latin typeface="Calibri"/>
                <a:cs typeface="Calibri"/>
              </a:rPr>
              <a:t>Documentation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Compíckc⭲si:c</a:t>
            </a:r>
            <a:r>
              <a:rPr dirty="0" sz="13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D3D3D1"/>
                </a:solidFill>
                <a:latin typeface="Arial"/>
                <a:cs typeface="Arial"/>
              </a:rPr>
              <a:t>g"idcs</a:t>
            </a:r>
            <a:r>
              <a:rPr dirty="0" sz="13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3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D3D3D1"/>
                </a:solidFill>
                <a:latin typeface="Arial"/>
                <a:cs typeface="Arial"/>
              </a:rPr>
              <a:t>b"ildi⭲g</a:t>
            </a:r>
            <a:r>
              <a:rPr dirty="0" sz="1350" spc="-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tíai⭲i⭲g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ts val="2210"/>
              </a:lnSpc>
              <a:spcBef>
                <a:spcPts val="75"/>
              </a:spcBef>
            </a:pPr>
            <a:r>
              <a:rPr dirty="0" sz="1350" spc="-35">
                <a:solidFill>
                  <a:srgbClr val="D3D3D1"/>
                </a:solidFill>
                <a:latin typeface="Arial"/>
                <a:cs typeface="Arial"/>
              </a:rPr>
              <a:t>⭲c"íal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55">
                <a:solidFill>
                  <a:srgbClr val="D3D3D1"/>
                </a:solidFill>
                <a:latin typeface="Arial"/>
                <a:cs typeface="Arial"/>
              </a:rPr>
              <a:t>⭲ctwoíks,</a:t>
            </a:r>
            <a:r>
              <a:rPr dirty="0" sz="13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350" spc="-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D3D3D1"/>
                </a:solidFill>
                <a:latin typeface="Arial"/>
                <a:cs typeface="Arial"/>
              </a:rPr>
              <a:t>optimizatio⭲</a:t>
            </a:r>
            <a:r>
              <a:rPr dirty="0" sz="13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tcck⭲iq"cs, </a:t>
            </a:r>
            <a:r>
              <a:rPr dirty="0" sz="135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85">
                <a:solidFill>
                  <a:srgbClr val="D3D3D1"/>
                </a:solidFill>
                <a:latin typeface="Arial"/>
                <a:cs typeface="Arial"/>
              </a:rPr>
              <a:t>dcploQmc⭲t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 bcst</a:t>
            </a:r>
            <a:r>
              <a:rPr dirty="0" sz="13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píacticcs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4955" y="3789933"/>
            <a:ext cx="113284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35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2"/>
              </a:rPr>
              <a:t>tc⭲soírlow.oíg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75503" y="2206751"/>
            <a:ext cx="4267200" cy="2051685"/>
            <a:chOff x="5175503" y="2206751"/>
            <a:chExt cx="4267200" cy="2051685"/>
          </a:xfrm>
        </p:grpSpPr>
        <p:sp>
          <p:nvSpPr>
            <p:cNvPr id="14" name="object 14"/>
            <p:cNvSpPr/>
            <p:nvPr/>
          </p:nvSpPr>
          <p:spPr>
            <a:xfrm>
              <a:off x="5199887" y="2218943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4120895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917191"/>
                  </a:lnTo>
                  <a:lnTo>
                    <a:pt x="8626" y="1959893"/>
                  </a:lnTo>
                  <a:lnTo>
                    <a:pt x="32146" y="1994773"/>
                  </a:lnTo>
                  <a:lnTo>
                    <a:pt x="67026" y="2018293"/>
                  </a:lnTo>
                  <a:lnTo>
                    <a:pt x="109727" y="2026919"/>
                  </a:lnTo>
                  <a:lnTo>
                    <a:pt x="4120895" y="2026919"/>
                  </a:lnTo>
                  <a:lnTo>
                    <a:pt x="4163597" y="2018293"/>
                  </a:lnTo>
                  <a:lnTo>
                    <a:pt x="4198477" y="1994773"/>
                  </a:lnTo>
                  <a:lnTo>
                    <a:pt x="4221997" y="1959893"/>
                  </a:lnTo>
                  <a:lnTo>
                    <a:pt x="4230623" y="1917191"/>
                  </a:lnTo>
                  <a:lnTo>
                    <a:pt x="4230623" y="109727"/>
                  </a:lnTo>
                  <a:lnTo>
                    <a:pt x="4221997" y="67026"/>
                  </a:lnTo>
                  <a:lnTo>
                    <a:pt x="4198477" y="32146"/>
                  </a:lnTo>
                  <a:lnTo>
                    <a:pt x="4163597" y="8626"/>
                  </a:lnTo>
                  <a:lnTo>
                    <a:pt x="4120895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199887" y="2218943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20895" y="0"/>
                  </a:lnTo>
                  <a:lnTo>
                    <a:pt x="4163597" y="8626"/>
                  </a:lnTo>
                  <a:lnTo>
                    <a:pt x="4198477" y="32146"/>
                  </a:lnTo>
                  <a:lnTo>
                    <a:pt x="4221997" y="67026"/>
                  </a:lnTo>
                  <a:lnTo>
                    <a:pt x="4230623" y="109727"/>
                  </a:lnTo>
                  <a:lnTo>
                    <a:pt x="4230623" y="1917191"/>
                  </a:lnTo>
                  <a:lnTo>
                    <a:pt x="4221997" y="1959893"/>
                  </a:lnTo>
                  <a:lnTo>
                    <a:pt x="4198477" y="1994773"/>
                  </a:lnTo>
                  <a:lnTo>
                    <a:pt x="4163597" y="2018293"/>
                  </a:lnTo>
                  <a:lnTo>
                    <a:pt x="4120895" y="2026919"/>
                  </a:lnTo>
                  <a:lnTo>
                    <a:pt x="109727" y="2026919"/>
                  </a:lnTo>
                  <a:lnTo>
                    <a:pt x="67026" y="2018293"/>
                  </a:lnTo>
                  <a:lnTo>
                    <a:pt x="32146" y="1994773"/>
                  </a:lnTo>
                  <a:lnTo>
                    <a:pt x="8626" y="1959893"/>
                  </a:lnTo>
                  <a:lnTo>
                    <a:pt x="0" y="1917191"/>
                  </a:lnTo>
                  <a:lnTo>
                    <a:pt x="0" y="109727"/>
                  </a:lnTo>
                  <a:close/>
                </a:path>
              </a:pathLst>
            </a:custGeom>
            <a:ln w="24384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175503" y="2218943"/>
              <a:ext cx="91440" cy="2026920"/>
            </a:xfrm>
            <a:custGeom>
              <a:avLst/>
              <a:gdLst/>
              <a:ahLst/>
              <a:cxnLst/>
              <a:rect l="l" t="t" r="r" b="b"/>
              <a:pathLst>
                <a:path w="91439" h="2026920">
                  <a:moveTo>
                    <a:pt x="64770" y="0"/>
                  </a:moveTo>
                  <a:lnTo>
                    <a:pt x="26670" y="0"/>
                  </a:lnTo>
                  <a:lnTo>
                    <a:pt x="16287" y="2095"/>
                  </a:lnTo>
                  <a:lnTo>
                    <a:pt x="7810" y="7810"/>
                  </a:lnTo>
                  <a:lnTo>
                    <a:pt x="2095" y="16287"/>
                  </a:lnTo>
                  <a:lnTo>
                    <a:pt x="0" y="26669"/>
                  </a:lnTo>
                  <a:lnTo>
                    <a:pt x="0" y="2000250"/>
                  </a:lnTo>
                  <a:lnTo>
                    <a:pt x="2095" y="2010632"/>
                  </a:lnTo>
                  <a:lnTo>
                    <a:pt x="7810" y="2019109"/>
                  </a:lnTo>
                  <a:lnTo>
                    <a:pt x="16287" y="2024824"/>
                  </a:lnTo>
                  <a:lnTo>
                    <a:pt x="26670" y="2026919"/>
                  </a:lnTo>
                  <a:lnTo>
                    <a:pt x="64770" y="2026919"/>
                  </a:lnTo>
                  <a:lnTo>
                    <a:pt x="75152" y="2024824"/>
                  </a:lnTo>
                  <a:lnTo>
                    <a:pt x="83629" y="2019109"/>
                  </a:lnTo>
                  <a:lnTo>
                    <a:pt x="89344" y="2010632"/>
                  </a:lnTo>
                  <a:lnTo>
                    <a:pt x="91440" y="2000250"/>
                  </a:lnTo>
                  <a:lnTo>
                    <a:pt x="91440" y="26669"/>
                  </a:lnTo>
                  <a:lnTo>
                    <a:pt x="89344" y="16287"/>
                  </a:lnTo>
                  <a:lnTo>
                    <a:pt x="83629" y="7810"/>
                  </a:lnTo>
                  <a:lnTo>
                    <a:pt x="75152" y="2095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FFBB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456046" y="2401265"/>
            <a:ext cx="3585210" cy="1218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30">
                <a:solidFill>
                  <a:srgbClr val="D3D3D1"/>
                </a:solidFill>
                <a:latin typeface="Calibri"/>
                <a:cs typeface="Calibri"/>
              </a:rPr>
              <a:t>Keras</a:t>
            </a:r>
            <a:r>
              <a:rPr dirty="0" sz="1700" spc="2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204">
                <a:solidFill>
                  <a:srgbClr val="D3D3D1"/>
                </a:solidFill>
                <a:latin typeface="Calibri"/>
                <a:cs typeface="Calibri"/>
              </a:rPr>
              <a:t>API</a:t>
            </a:r>
            <a:r>
              <a:rPr dirty="0" sz="1700" spc="1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80">
                <a:solidFill>
                  <a:srgbClr val="D3D3D1"/>
                </a:solidFill>
                <a:latin typeface="Calibri"/>
                <a:cs typeface="Calibri"/>
              </a:rPr>
              <a:t>Reference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35600"/>
              </a:lnSpc>
              <a:spcBef>
                <a:spcPts val="755"/>
              </a:spcBef>
            </a:pP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Higk-</a:t>
            </a:r>
            <a:r>
              <a:rPr dirty="0" sz="1350" spc="80">
                <a:solidFill>
                  <a:srgbClr val="D3D3D1"/>
                </a:solidFill>
                <a:latin typeface="Arial"/>
                <a:cs typeface="Arial"/>
              </a:rPr>
              <a:t>lc:cl</a:t>
            </a:r>
            <a:r>
              <a:rPr dirty="0" sz="1350" spc="-5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D3D3D1"/>
                </a:solidFill>
                <a:latin typeface="Arial"/>
                <a:cs typeface="Arial"/>
              </a:rPr>
              <a:t>⭲c"íal</a:t>
            </a:r>
            <a:r>
              <a:rPr dirty="0" sz="13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60">
                <a:solidFill>
                  <a:srgbClr val="D3D3D1"/>
                </a:solidFill>
                <a:latin typeface="Arial"/>
                <a:cs typeface="Arial"/>
              </a:rPr>
              <a:t>⭲ctwoík</a:t>
            </a:r>
            <a:r>
              <a:rPr dirty="0" sz="1350" spc="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30">
                <a:solidFill>
                  <a:srgbClr val="D3D3D1"/>
                </a:solidFill>
                <a:latin typeface="Arial"/>
                <a:cs typeface="Arial"/>
              </a:rPr>
              <a:t>API</a:t>
            </a:r>
            <a:r>
              <a:rPr dirty="0" sz="1350" spc="-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doc"mc⭲tatio⭲ </a:t>
            </a:r>
            <a:r>
              <a:rPr dirty="0" sz="1350" spc="-20">
                <a:solidFill>
                  <a:srgbClr val="D3D3D1"/>
                </a:solidFill>
                <a:latin typeface="Arial"/>
                <a:cs typeface="Arial"/>
              </a:rPr>
              <a:t>co:cíi⭲g</a:t>
            </a:r>
            <a:r>
              <a:rPr dirty="0" sz="13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70">
                <a:solidFill>
                  <a:srgbClr val="D3D3D1"/>
                </a:solidFill>
                <a:latin typeface="Arial"/>
                <a:cs typeface="Arial"/>
              </a:rPr>
              <a:t>laQcí</a:t>
            </a:r>
            <a:r>
              <a:rPr dirty="0" sz="1350" spc="-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80">
                <a:solidFill>
                  <a:srgbClr val="D3D3D1"/>
                </a:solidFill>
                <a:latin typeface="Arial"/>
                <a:cs typeface="Arial"/>
              </a:rPr>
              <a:t>tQpcs,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optimizcís,</a:t>
            </a:r>
            <a:r>
              <a:rPr dirty="0" sz="13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callbacks,</a:t>
            </a:r>
            <a:r>
              <a:rPr dirty="0" sz="1350" spc="9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60">
                <a:solidFill>
                  <a:srgbClr val="D3D3D1"/>
                </a:solidFill>
                <a:latin typeface="Arial"/>
                <a:cs typeface="Arial"/>
              </a:rPr>
              <a:t>a⭲d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modcl</a:t>
            </a:r>
            <a:r>
              <a:rPr dirty="0" sz="13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40">
                <a:solidFill>
                  <a:srgbClr val="D3D3D1"/>
                </a:solidFill>
                <a:latin typeface="Arial"/>
                <a:cs typeface="Arial"/>
              </a:rPr>
              <a:t>aíckitcct"ícs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56046" y="3789933"/>
            <a:ext cx="6254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3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3"/>
              </a:rPr>
              <a:t>kcías.io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585959" y="2206751"/>
            <a:ext cx="4267200" cy="2051685"/>
            <a:chOff x="9585959" y="2206751"/>
            <a:chExt cx="4267200" cy="2051685"/>
          </a:xfrm>
        </p:grpSpPr>
        <p:sp>
          <p:nvSpPr>
            <p:cNvPr id="20" name="object 20"/>
            <p:cNvSpPr/>
            <p:nvPr/>
          </p:nvSpPr>
          <p:spPr>
            <a:xfrm>
              <a:off x="9610343" y="2218943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4120896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917191"/>
                  </a:lnTo>
                  <a:lnTo>
                    <a:pt x="8626" y="1959893"/>
                  </a:lnTo>
                  <a:lnTo>
                    <a:pt x="32146" y="1994773"/>
                  </a:lnTo>
                  <a:lnTo>
                    <a:pt x="67026" y="2018293"/>
                  </a:lnTo>
                  <a:lnTo>
                    <a:pt x="109727" y="2026919"/>
                  </a:lnTo>
                  <a:lnTo>
                    <a:pt x="4120896" y="2026919"/>
                  </a:lnTo>
                  <a:lnTo>
                    <a:pt x="4163597" y="2018293"/>
                  </a:lnTo>
                  <a:lnTo>
                    <a:pt x="4198477" y="1994773"/>
                  </a:lnTo>
                  <a:lnTo>
                    <a:pt x="4221997" y="1959893"/>
                  </a:lnTo>
                  <a:lnTo>
                    <a:pt x="4230623" y="1917191"/>
                  </a:lnTo>
                  <a:lnTo>
                    <a:pt x="4230623" y="109727"/>
                  </a:lnTo>
                  <a:lnTo>
                    <a:pt x="4221997" y="67026"/>
                  </a:lnTo>
                  <a:lnTo>
                    <a:pt x="4198477" y="32146"/>
                  </a:lnTo>
                  <a:lnTo>
                    <a:pt x="4163597" y="8626"/>
                  </a:lnTo>
                  <a:lnTo>
                    <a:pt x="4120896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610343" y="2218943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20896" y="0"/>
                  </a:lnTo>
                  <a:lnTo>
                    <a:pt x="4163597" y="8626"/>
                  </a:lnTo>
                  <a:lnTo>
                    <a:pt x="4198477" y="32146"/>
                  </a:lnTo>
                  <a:lnTo>
                    <a:pt x="4221997" y="67026"/>
                  </a:lnTo>
                  <a:lnTo>
                    <a:pt x="4230623" y="109727"/>
                  </a:lnTo>
                  <a:lnTo>
                    <a:pt x="4230623" y="1917191"/>
                  </a:lnTo>
                  <a:lnTo>
                    <a:pt x="4221997" y="1959893"/>
                  </a:lnTo>
                  <a:lnTo>
                    <a:pt x="4198477" y="1994773"/>
                  </a:lnTo>
                  <a:lnTo>
                    <a:pt x="4163597" y="2018293"/>
                  </a:lnTo>
                  <a:lnTo>
                    <a:pt x="4120896" y="2026919"/>
                  </a:lnTo>
                  <a:lnTo>
                    <a:pt x="109727" y="2026919"/>
                  </a:lnTo>
                  <a:lnTo>
                    <a:pt x="67026" y="2018293"/>
                  </a:lnTo>
                  <a:lnTo>
                    <a:pt x="32146" y="1994773"/>
                  </a:lnTo>
                  <a:lnTo>
                    <a:pt x="8626" y="1959893"/>
                  </a:lnTo>
                  <a:lnTo>
                    <a:pt x="0" y="1917191"/>
                  </a:lnTo>
                  <a:lnTo>
                    <a:pt x="0" y="109727"/>
                  </a:lnTo>
                  <a:close/>
                </a:path>
              </a:pathLst>
            </a:custGeom>
            <a:ln w="24384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585959" y="2218943"/>
              <a:ext cx="91440" cy="2026920"/>
            </a:xfrm>
            <a:custGeom>
              <a:avLst/>
              <a:gdLst/>
              <a:ahLst/>
              <a:cxnLst/>
              <a:rect l="l" t="t" r="r" b="b"/>
              <a:pathLst>
                <a:path w="91440" h="2026920">
                  <a:moveTo>
                    <a:pt x="64770" y="0"/>
                  </a:moveTo>
                  <a:lnTo>
                    <a:pt x="26670" y="0"/>
                  </a:lnTo>
                  <a:lnTo>
                    <a:pt x="16287" y="2095"/>
                  </a:lnTo>
                  <a:lnTo>
                    <a:pt x="7810" y="7810"/>
                  </a:lnTo>
                  <a:lnTo>
                    <a:pt x="2095" y="16287"/>
                  </a:lnTo>
                  <a:lnTo>
                    <a:pt x="0" y="26669"/>
                  </a:lnTo>
                  <a:lnTo>
                    <a:pt x="0" y="2000250"/>
                  </a:lnTo>
                  <a:lnTo>
                    <a:pt x="2095" y="2010632"/>
                  </a:lnTo>
                  <a:lnTo>
                    <a:pt x="7810" y="2019109"/>
                  </a:lnTo>
                  <a:lnTo>
                    <a:pt x="16287" y="2024824"/>
                  </a:lnTo>
                  <a:lnTo>
                    <a:pt x="26670" y="2026919"/>
                  </a:lnTo>
                  <a:lnTo>
                    <a:pt x="64770" y="2026919"/>
                  </a:lnTo>
                  <a:lnTo>
                    <a:pt x="75152" y="2024824"/>
                  </a:lnTo>
                  <a:lnTo>
                    <a:pt x="83629" y="2019109"/>
                  </a:lnTo>
                  <a:lnTo>
                    <a:pt x="89344" y="2010632"/>
                  </a:lnTo>
                  <a:lnTo>
                    <a:pt x="91440" y="2000250"/>
                  </a:lnTo>
                  <a:lnTo>
                    <a:pt x="91440" y="26669"/>
                  </a:lnTo>
                  <a:lnTo>
                    <a:pt x="89344" y="16287"/>
                  </a:lnTo>
                  <a:lnTo>
                    <a:pt x="83629" y="7810"/>
                  </a:lnTo>
                  <a:lnTo>
                    <a:pt x="75152" y="2095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FFBB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867138" y="2401265"/>
            <a:ext cx="3637279" cy="1218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25">
                <a:solidFill>
                  <a:srgbClr val="D3D3D1"/>
                </a:solidFill>
                <a:latin typeface="Calibri"/>
                <a:cs typeface="Calibri"/>
              </a:rPr>
              <a:t>Kaggle</a:t>
            </a:r>
            <a:r>
              <a:rPr dirty="0" sz="1700" spc="5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130">
                <a:solidFill>
                  <a:srgbClr val="D3D3D1"/>
                </a:solidFill>
                <a:latin typeface="Calibri"/>
                <a:cs typeface="Calibri"/>
              </a:rPr>
              <a:t>Face</a:t>
            </a:r>
            <a:r>
              <a:rPr dirty="0" sz="1700" spc="3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90">
                <a:solidFill>
                  <a:srgbClr val="D3D3D1"/>
                </a:solidFill>
                <a:latin typeface="Calibri"/>
                <a:cs typeface="Calibri"/>
              </a:rPr>
              <a:t>Mask</a:t>
            </a:r>
            <a:r>
              <a:rPr dirty="0" sz="1700" spc="2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75">
                <a:solidFill>
                  <a:srgbClr val="D3D3D1"/>
                </a:solidFill>
                <a:latin typeface="Calibri"/>
                <a:cs typeface="Calibri"/>
              </a:rPr>
              <a:t>Detection</a:t>
            </a:r>
            <a:r>
              <a:rPr dirty="0" sz="1700" spc="85">
                <a:solidFill>
                  <a:srgbClr val="D3D3D1"/>
                </a:solidFill>
                <a:latin typeface="Calibri"/>
                <a:cs typeface="Calibri"/>
              </a:rPr>
              <a:t> Dataset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350" spc="-35">
                <a:solidFill>
                  <a:srgbClr val="D3D3D1"/>
                </a:solidFill>
                <a:latin typeface="Arial"/>
                <a:cs typeface="Arial"/>
              </a:rPr>
              <a:t>PíimaíQ</a:t>
            </a:r>
            <a:r>
              <a:rPr dirty="0" sz="13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40">
                <a:solidFill>
                  <a:srgbClr val="D3D3D1"/>
                </a:solidFill>
                <a:latin typeface="Arial"/>
                <a:cs typeface="Arial"/>
              </a:rPr>
              <a:t>tíai⭲i⭲g</a:t>
            </a:r>
            <a:r>
              <a:rPr dirty="0" sz="13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220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D3D3D1"/>
                </a:solidFill>
                <a:latin typeface="Arial"/>
                <a:cs typeface="Arial"/>
              </a:rPr>
              <a:t>tcsti⭲g</a:t>
            </a:r>
            <a:r>
              <a:rPr dirty="0" sz="13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datasct</a:t>
            </a:r>
            <a:r>
              <a:rPr dirty="0" sz="1350" spc="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20">
                <a:solidFill>
                  <a:srgbClr val="D3D3D1"/>
                </a:solidFill>
                <a:latin typeface="Arial"/>
                <a:cs typeface="Arial"/>
              </a:rPr>
              <a:t>co⭲tai⭲i⭲g</a:t>
            </a:r>
            <a:endParaRPr sz="1350">
              <a:latin typeface="Arial"/>
              <a:cs typeface="Arial"/>
            </a:endParaRPr>
          </a:p>
          <a:p>
            <a:pPr marL="12700" marR="741045">
              <a:lnSpc>
                <a:spcPts val="2210"/>
              </a:lnSpc>
              <a:spcBef>
                <a:spcPts val="75"/>
              </a:spcBef>
            </a:pP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«,000:</a:t>
            </a:r>
            <a:r>
              <a:rPr dirty="0" sz="1350" spc="1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labclcd</a:t>
            </a:r>
            <a:r>
              <a:rPr dirty="0" sz="1350" spc="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imagcs</a:t>
            </a:r>
            <a:r>
              <a:rPr dirty="0" sz="1350" spc="1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acíoss</a:t>
            </a:r>
            <a:r>
              <a:rPr dirty="0" sz="1350" spc="1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D3D3D1"/>
                </a:solidFill>
                <a:latin typeface="Arial"/>
                <a:cs typeface="Arial"/>
              </a:rPr>
              <a:t>di:císc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dcmogíapkics</a:t>
            </a:r>
            <a:r>
              <a:rPr dirty="0" sz="1350" spc="18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50" spc="1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co⭲ditio⭲s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67138" y="3789933"/>
            <a:ext cx="163830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35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4"/>
              </a:rPr>
              <a:t>kagglc.com/datascts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65048" y="4410455"/>
            <a:ext cx="4267200" cy="2051685"/>
            <a:chOff x="765048" y="4410455"/>
            <a:chExt cx="4267200" cy="2051685"/>
          </a:xfrm>
        </p:grpSpPr>
        <p:sp>
          <p:nvSpPr>
            <p:cNvPr id="26" name="object 26"/>
            <p:cNvSpPr/>
            <p:nvPr/>
          </p:nvSpPr>
          <p:spPr>
            <a:xfrm>
              <a:off x="789432" y="4422647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4120896" y="0"/>
                  </a:moveTo>
                  <a:lnTo>
                    <a:pt x="109753" y="0"/>
                  </a:lnTo>
                  <a:lnTo>
                    <a:pt x="67031" y="8626"/>
                  </a:lnTo>
                  <a:lnTo>
                    <a:pt x="32145" y="32146"/>
                  </a:lnTo>
                  <a:lnTo>
                    <a:pt x="8624" y="67026"/>
                  </a:lnTo>
                  <a:lnTo>
                    <a:pt x="0" y="109727"/>
                  </a:lnTo>
                  <a:lnTo>
                    <a:pt x="0" y="1917191"/>
                  </a:lnTo>
                  <a:lnTo>
                    <a:pt x="8624" y="1959893"/>
                  </a:lnTo>
                  <a:lnTo>
                    <a:pt x="32145" y="1994773"/>
                  </a:lnTo>
                  <a:lnTo>
                    <a:pt x="67031" y="2018293"/>
                  </a:lnTo>
                  <a:lnTo>
                    <a:pt x="109753" y="2026920"/>
                  </a:lnTo>
                  <a:lnTo>
                    <a:pt x="4120896" y="2026920"/>
                  </a:lnTo>
                  <a:lnTo>
                    <a:pt x="4163597" y="2018293"/>
                  </a:lnTo>
                  <a:lnTo>
                    <a:pt x="4198477" y="1994773"/>
                  </a:lnTo>
                  <a:lnTo>
                    <a:pt x="4221997" y="1959893"/>
                  </a:lnTo>
                  <a:lnTo>
                    <a:pt x="4230624" y="1917191"/>
                  </a:lnTo>
                  <a:lnTo>
                    <a:pt x="4230624" y="109727"/>
                  </a:lnTo>
                  <a:lnTo>
                    <a:pt x="4221997" y="67026"/>
                  </a:lnTo>
                  <a:lnTo>
                    <a:pt x="4198477" y="32146"/>
                  </a:lnTo>
                  <a:lnTo>
                    <a:pt x="4163597" y="8626"/>
                  </a:lnTo>
                  <a:lnTo>
                    <a:pt x="4120896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89432" y="4422647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0" y="109727"/>
                  </a:moveTo>
                  <a:lnTo>
                    <a:pt x="8624" y="67026"/>
                  </a:lnTo>
                  <a:lnTo>
                    <a:pt x="32145" y="32146"/>
                  </a:lnTo>
                  <a:lnTo>
                    <a:pt x="67031" y="8626"/>
                  </a:lnTo>
                  <a:lnTo>
                    <a:pt x="109753" y="0"/>
                  </a:lnTo>
                  <a:lnTo>
                    <a:pt x="4120896" y="0"/>
                  </a:lnTo>
                  <a:lnTo>
                    <a:pt x="4163597" y="8626"/>
                  </a:lnTo>
                  <a:lnTo>
                    <a:pt x="4198477" y="32146"/>
                  </a:lnTo>
                  <a:lnTo>
                    <a:pt x="4221997" y="67026"/>
                  </a:lnTo>
                  <a:lnTo>
                    <a:pt x="4230624" y="109727"/>
                  </a:lnTo>
                  <a:lnTo>
                    <a:pt x="4230624" y="1917191"/>
                  </a:lnTo>
                  <a:lnTo>
                    <a:pt x="4221997" y="1959893"/>
                  </a:lnTo>
                  <a:lnTo>
                    <a:pt x="4198477" y="1994773"/>
                  </a:lnTo>
                  <a:lnTo>
                    <a:pt x="4163597" y="2018293"/>
                  </a:lnTo>
                  <a:lnTo>
                    <a:pt x="4120896" y="2026920"/>
                  </a:lnTo>
                  <a:lnTo>
                    <a:pt x="109753" y="2026920"/>
                  </a:lnTo>
                  <a:lnTo>
                    <a:pt x="67031" y="2018293"/>
                  </a:lnTo>
                  <a:lnTo>
                    <a:pt x="32145" y="1994773"/>
                  </a:lnTo>
                  <a:lnTo>
                    <a:pt x="8624" y="1959893"/>
                  </a:lnTo>
                  <a:lnTo>
                    <a:pt x="0" y="1917191"/>
                  </a:lnTo>
                  <a:lnTo>
                    <a:pt x="0" y="109727"/>
                  </a:lnTo>
                  <a:close/>
                </a:path>
              </a:pathLst>
            </a:custGeom>
            <a:ln w="24384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65048" y="4422647"/>
              <a:ext cx="91440" cy="2026920"/>
            </a:xfrm>
            <a:custGeom>
              <a:avLst/>
              <a:gdLst/>
              <a:ahLst/>
              <a:cxnLst/>
              <a:rect l="l" t="t" r="r" b="b"/>
              <a:pathLst>
                <a:path w="91440" h="2026920">
                  <a:moveTo>
                    <a:pt x="64820" y="0"/>
                  </a:moveTo>
                  <a:lnTo>
                    <a:pt x="26619" y="0"/>
                  </a:lnTo>
                  <a:lnTo>
                    <a:pt x="16260" y="2095"/>
                  </a:lnTo>
                  <a:lnTo>
                    <a:pt x="7799" y="7810"/>
                  </a:lnTo>
                  <a:lnTo>
                    <a:pt x="2092" y="16287"/>
                  </a:lnTo>
                  <a:lnTo>
                    <a:pt x="0" y="26669"/>
                  </a:lnTo>
                  <a:lnTo>
                    <a:pt x="0" y="2000250"/>
                  </a:lnTo>
                  <a:lnTo>
                    <a:pt x="2092" y="2010632"/>
                  </a:lnTo>
                  <a:lnTo>
                    <a:pt x="7799" y="2019109"/>
                  </a:lnTo>
                  <a:lnTo>
                    <a:pt x="16260" y="2024824"/>
                  </a:lnTo>
                  <a:lnTo>
                    <a:pt x="26619" y="2026920"/>
                  </a:lnTo>
                  <a:lnTo>
                    <a:pt x="64820" y="2026920"/>
                  </a:lnTo>
                  <a:lnTo>
                    <a:pt x="75179" y="2024824"/>
                  </a:lnTo>
                  <a:lnTo>
                    <a:pt x="83640" y="2019109"/>
                  </a:lnTo>
                  <a:lnTo>
                    <a:pt x="89347" y="2010632"/>
                  </a:lnTo>
                  <a:lnTo>
                    <a:pt x="91439" y="2000250"/>
                  </a:lnTo>
                  <a:lnTo>
                    <a:pt x="91439" y="26669"/>
                  </a:lnTo>
                  <a:lnTo>
                    <a:pt x="89347" y="16287"/>
                  </a:lnTo>
                  <a:lnTo>
                    <a:pt x="83640" y="7810"/>
                  </a:lnTo>
                  <a:lnTo>
                    <a:pt x="75179" y="2095"/>
                  </a:lnTo>
                  <a:lnTo>
                    <a:pt x="64820" y="0"/>
                  </a:lnTo>
                  <a:close/>
                </a:path>
              </a:pathLst>
            </a:custGeom>
            <a:solidFill>
              <a:srgbClr val="FFBB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044955" y="4606544"/>
            <a:ext cx="3756025" cy="1217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05">
                <a:solidFill>
                  <a:srgbClr val="D3D3D1"/>
                </a:solidFill>
                <a:latin typeface="Calibri"/>
                <a:cs typeface="Calibri"/>
              </a:rPr>
              <a:t>OpenCV</a:t>
            </a:r>
            <a:r>
              <a:rPr dirty="0" sz="1700" spc="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70">
                <a:solidFill>
                  <a:srgbClr val="D3D3D1"/>
                </a:solidFill>
                <a:latin typeface="Calibri"/>
                <a:cs typeface="Calibri"/>
              </a:rPr>
              <a:t>Documentation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35600"/>
              </a:lnSpc>
              <a:spcBef>
                <a:spcPts val="755"/>
              </a:spcBef>
            </a:pP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Comp"tcí</a:t>
            </a:r>
            <a:r>
              <a:rPr dirty="0" sz="1350" spc="114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D3D3D1"/>
                </a:solidFill>
                <a:latin typeface="Arial"/>
                <a:cs typeface="Arial"/>
              </a:rPr>
              <a:t>:isio⭲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D3D3D1"/>
                </a:solidFill>
                <a:latin typeface="Arial"/>
                <a:cs typeface="Arial"/>
              </a:rPr>
              <a:t>libíaíQ</a:t>
            </a:r>
            <a:r>
              <a:rPr dirty="0" sz="1350" spc="7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55">
                <a:solidFill>
                  <a:srgbClr val="D3D3D1"/>
                </a:solidFill>
                <a:latin typeface="Arial"/>
                <a:cs typeface="Arial"/>
              </a:rPr>
              <a:t>doc"mc⭲tatio⭲</a:t>
            </a:r>
            <a:r>
              <a:rPr dirty="0" sz="1350" spc="12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roí</a:t>
            </a:r>
            <a:r>
              <a:rPr dirty="0" sz="1350" spc="6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imagc </a:t>
            </a:r>
            <a:r>
              <a:rPr dirty="0" sz="1350" spc="-50">
                <a:solidFill>
                  <a:srgbClr val="D3D3D1"/>
                </a:solidFill>
                <a:latin typeface="Arial"/>
                <a:cs typeface="Arial"/>
              </a:rPr>
              <a:t>píoccssi⭲g,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 racc </a:t>
            </a:r>
            <a:r>
              <a:rPr dirty="0" sz="1350" spc="-45">
                <a:solidFill>
                  <a:srgbClr val="D3D3D1"/>
                </a:solidFill>
                <a:latin typeface="Arial"/>
                <a:cs typeface="Arial"/>
              </a:rPr>
              <a:t>dctcctio⭲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algoíitkms, </a:t>
            </a:r>
            <a:r>
              <a:rPr dirty="0" sz="135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50" spc="3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ícal-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timc</a:t>
            </a:r>
            <a:r>
              <a:rPr dirty="0" sz="1350" spc="5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D3D3D1"/>
                </a:solidFill>
                <a:latin typeface="Arial"/>
                <a:cs typeface="Arial"/>
              </a:rPr>
              <a:t>:idco</a:t>
            </a:r>
            <a:r>
              <a:rPr dirty="0" sz="13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a⭲alQsis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4955" y="5994654"/>
            <a:ext cx="871219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35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"/>
                <a:cs typeface="Arial"/>
                <a:hlinkClick r:id="rId5"/>
              </a:rPr>
              <a:t>opc⭲c:.oíg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75503" y="4410455"/>
            <a:ext cx="4267200" cy="2051685"/>
            <a:chOff x="5175503" y="4410455"/>
            <a:chExt cx="4267200" cy="2051685"/>
          </a:xfrm>
        </p:grpSpPr>
        <p:sp>
          <p:nvSpPr>
            <p:cNvPr id="32" name="object 32"/>
            <p:cNvSpPr/>
            <p:nvPr/>
          </p:nvSpPr>
          <p:spPr>
            <a:xfrm>
              <a:off x="5199887" y="4422647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4120895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1917191"/>
                  </a:lnTo>
                  <a:lnTo>
                    <a:pt x="8626" y="1959893"/>
                  </a:lnTo>
                  <a:lnTo>
                    <a:pt x="32146" y="1994773"/>
                  </a:lnTo>
                  <a:lnTo>
                    <a:pt x="67026" y="2018293"/>
                  </a:lnTo>
                  <a:lnTo>
                    <a:pt x="109727" y="2026920"/>
                  </a:lnTo>
                  <a:lnTo>
                    <a:pt x="4120895" y="2026920"/>
                  </a:lnTo>
                  <a:lnTo>
                    <a:pt x="4163597" y="2018293"/>
                  </a:lnTo>
                  <a:lnTo>
                    <a:pt x="4198477" y="1994773"/>
                  </a:lnTo>
                  <a:lnTo>
                    <a:pt x="4221997" y="1959893"/>
                  </a:lnTo>
                  <a:lnTo>
                    <a:pt x="4230623" y="1917191"/>
                  </a:lnTo>
                  <a:lnTo>
                    <a:pt x="4230623" y="109727"/>
                  </a:lnTo>
                  <a:lnTo>
                    <a:pt x="4221997" y="67026"/>
                  </a:lnTo>
                  <a:lnTo>
                    <a:pt x="4198477" y="32146"/>
                  </a:lnTo>
                  <a:lnTo>
                    <a:pt x="4163597" y="8626"/>
                  </a:lnTo>
                  <a:lnTo>
                    <a:pt x="4120895" y="0"/>
                  </a:lnTo>
                  <a:close/>
                </a:path>
              </a:pathLst>
            </a:custGeom>
            <a:solidFill>
              <a:srgbClr val="29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199887" y="4422647"/>
              <a:ext cx="4231005" cy="2026920"/>
            </a:xfrm>
            <a:custGeom>
              <a:avLst/>
              <a:gdLst/>
              <a:ahLst/>
              <a:cxnLst/>
              <a:rect l="l" t="t" r="r" b="b"/>
              <a:pathLst>
                <a:path w="4231005" h="202692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20895" y="0"/>
                  </a:lnTo>
                  <a:lnTo>
                    <a:pt x="4163597" y="8626"/>
                  </a:lnTo>
                  <a:lnTo>
                    <a:pt x="4198477" y="32146"/>
                  </a:lnTo>
                  <a:lnTo>
                    <a:pt x="4221997" y="67026"/>
                  </a:lnTo>
                  <a:lnTo>
                    <a:pt x="4230623" y="109727"/>
                  </a:lnTo>
                  <a:lnTo>
                    <a:pt x="4230623" y="1917191"/>
                  </a:lnTo>
                  <a:lnTo>
                    <a:pt x="4221997" y="1959893"/>
                  </a:lnTo>
                  <a:lnTo>
                    <a:pt x="4198477" y="1994773"/>
                  </a:lnTo>
                  <a:lnTo>
                    <a:pt x="4163597" y="2018293"/>
                  </a:lnTo>
                  <a:lnTo>
                    <a:pt x="4120895" y="2026920"/>
                  </a:lnTo>
                  <a:lnTo>
                    <a:pt x="109727" y="2026920"/>
                  </a:lnTo>
                  <a:lnTo>
                    <a:pt x="67026" y="2018293"/>
                  </a:lnTo>
                  <a:lnTo>
                    <a:pt x="32146" y="1994773"/>
                  </a:lnTo>
                  <a:lnTo>
                    <a:pt x="8626" y="1959893"/>
                  </a:lnTo>
                  <a:lnTo>
                    <a:pt x="0" y="1917191"/>
                  </a:lnTo>
                  <a:lnTo>
                    <a:pt x="0" y="109727"/>
                  </a:lnTo>
                  <a:close/>
                </a:path>
              </a:pathLst>
            </a:custGeom>
            <a:ln w="24383">
              <a:solidFill>
                <a:srgbClr val="6063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175503" y="4422647"/>
              <a:ext cx="91440" cy="2026920"/>
            </a:xfrm>
            <a:custGeom>
              <a:avLst/>
              <a:gdLst/>
              <a:ahLst/>
              <a:cxnLst/>
              <a:rect l="l" t="t" r="r" b="b"/>
              <a:pathLst>
                <a:path w="91439" h="2026920">
                  <a:moveTo>
                    <a:pt x="64770" y="0"/>
                  </a:moveTo>
                  <a:lnTo>
                    <a:pt x="26670" y="0"/>
                  </a:lnTo>
                  <a:lnTo>
                    <a:pt x="16287" y="2095"/>
                  </a:lnTo>
                  <a:lnTo>
                    <a:pt x="7810" y="7810"/>
                  </a:lnTo>
                  <a:lnTo>
                    <a:pt x="2095" y="16287"/>
                  </a:lnTo>
                  <a:lnTo>
                    <a:pt x="0" y="26669"/>
                  </a:lnTo>
                  <a:lnTo>
                    <a:pt x="0" y="2000250"/>
                  </a:lnTo>
                  <a:lnTo>
                    <a:pt x="2095" y="2010632"/>
                  </a:lnTo>
                  <a:lnTo>
                    <a:pt x="7810" y="2019109"/>
                  </a:lnTo>
                  <a:lnTo>
                    <a:pt x="16287" y="2024824"/>
                  </a:lnTo>
                  <a:lnTo>
                    <a:pt x="26670" y="2026920"/>
                  </a:lnTo>
                  <a:lnTo>
                    <a:pt x="64770" y="2026920"/>
                  </a:lnTo>
                  <a:lnTo>
                    <a:pt x="75152" y="2024824"/>
                  </a:lnTo>
                  <a:lnTo>
                    <a:pt x="83629" y="2019109"/>
                  </a:lnTo>
                  <a:lnTo>
                    <a:pt x="89344" y="2010632"/>
                  </a:lnTo>
                  <a:lnTo>
                    <a:pt x="91440" y="2000250"/>
                  </a:lnTo>
                  <a:lnTo>
                    <a:pt x="91440" y="26669"/>
                  </a:lnTo>
                  <a:lnTo>
                    <a:pt x="89344" y="16287"/>
                  </a:lnTo>
                  <a:lnTo>
                    <a:pt x="83629" y="7810"/>
                  </a:lnTo>
                  <a:lnTo>
                    <a:pt x="75152" y="2095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FFBB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456046" y="4588865"/>
            <a:ext cx="3704590" cy="1512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9700">
              <a:lnSpc>
                <a:spcPct val="107100"/>
              </a:lnSpc>
              <a:spcBef>
                <a:spcPts val="95"/>
              </a:spcBef>
            </a:pPr>
            <a:r>
              <a:rPr dirty="0" sz="1700" spc="114">
                <a:solidFill>
                  <a:srgbClr val="D3D3D1"/>
                </a:solidFill>
                <a:latin typeface="Calibri"/>
                <a:cs typeface="Calibri"/>
              </a:rPr>
              <a:t>Research</a:t>
            </a:r>
            <a:r>
              <a:rPr dirty="0" sz="1700" spc="2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125">
                <a:solidFill>
                  <a:srgbClr val="D3D3D1"/>
                </a:solidFill>
                <a:latin typeface="Calibri"/>
                <a:cs typeface="Calibri"/>
              </a:rPr>
              <a:t>Papers</a:t>
            </a:r>
            <a:r>
              <a:rPr dirty="0" sz="1700" spc="2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80">
                <a:solidFill>
                  <a:srgbClr val="D3D3D1"/>
                </a:solidFill>
                <a:latin typeface="Calibri"/>
                <a:cs typeface="Calibri"/>
              </a:rPr>
              <a:t>on</a:t>
            </a:r>
            <a:r>
              <a:rPr dirty="0" sz="1700" spc="25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90">
                <a:solidFill>
                  <a:srgbClr val="D3D3D1"/>
                </a:solidFill>
                <a:latin typeface="Calibri"/>
                <a:cs typeface="Calibri"/>
              </a:rPr>
              <a:t>Mask</a:t>
            </a:r>
            <a:r>
              <a:rPr dirty="0" sz="1700" spc="10">
                <a:solidFill>
                  <a:srgbClr val="D3D3D1"/>
                </a:solidFill>
                <a:latin typeface="Calibri"/>
                <a:cs typeface="Calibri"/>
              </a:rPr>
              <a:t> </a:t>
            </a:r>
            <a:r>
              <a:rPr dirty="0" sz="1700" spc="65">
                <a:solidFill>
                  <a:srgbClr val="D3D3D1"/>
                </a:solidFill>
                <a:latin typeface="Calibri"/>
                <a:cs typeface="Calibri"/>
              </a:rPr>
              <a:t>Detection Models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35600"/>
              </a:lnSpc>
              <a:spcBef>
                <a:spcPts val="755"/>
              </a:spcBef>
            </a:pP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Acadcmic</a:t>
            </a:r>
            <a:r>
              <a:rPr dirty="0" sz="1350" spc="1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D3D3D1"/>
                </a:solidFill>
                <a:latin typeface="Arial"/>
                <a:cs typeface="Arial"/>
              </a:rPr>
              <a:t>p"blicatio⭲s</a:t>
            </a:r>
            <a:r>
              <a:rPr dirty="0" sz="13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310">
                <a:solidFill>
                  <a:srgbClr val="D3D3D1"/>
                </a:solidFill>
                <a:latin typeface="Arial"/>
                <a:cs typeface="Arial"/>
              </a:rPr>
              <a:t>o⭲</a:t>
            </a:r>
            <a:r>
              <a:rPr dirty="0" sz="1350" spc="2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D3D3D1"/>
                </a:solidFill>
                <a:latin typeface="Arial"/>
                <a:cs typeface="Arial"/>
              </a:rPr>
              <a:t>CNN</a:t>
            </a:r>
            <a:r>
              <a:rPr dirty="0" sz="1350" spc="-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D3D3D1"/>
                </a:solidFill>
                <a:latin typeface="Arial"/>
                <a:cs typeface="Arial"/>
              </a:rPr>
              <a:t>aíckitcct"ícs</a:t>
            </a:r>
            <a:r>
              <a:rPr dirty="0" sz="13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D3D3D1"/>
                </a:solidFill>
                <a:latin typeface="Arial"/>
                <a:cs typeface="Arial"/>
              </a:rPr>
              <a:t>roí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racc</a:t>
            </a:r>
            <a:r>
              <a:rPr dirty="0" sz="1350" spc="3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0">
                <a:solidFill>
                  <a:srgbClr val="D3D3D1"/>
                </a:solidFill>
                <a:latin typeface="Arial"/>
                <a:cs typeface="Arial"/>
              </a:rPr>
              <a:t>íccog⭲itio⭲,</a:t>
            </a:r>
            <a:r>
              <a:rPr dirty="0" sz="1350" spc="4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D3D3D1"/>
                </a:solidFill>
                <a:latin typeface="Arial"/>
                <a:cs typeface="Arial"/>
              </a:rPr>
              <a:t>tía⭲srcí</a:t>
            </a:r>
            <a:r>
              <a:rPr dirty="0" sz="13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45">
                <a:solidFill>
                  <a:srgbClr val="D3D3D1"/>
                </a:solidFill>
                <a:latin typeface="Arial"/>
                <a:cs typeface="Arial"/>
              </a:rPr>
              <a:t>lcaí⭲i⭲g</a:t>
            </a:r>
            <a:r>
              <a:rPr dirty="0" sz="1350" spc="1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appíoackcs, </a:t>
            </a:r>
            <a:r>
              <a:rPr dirty="0" sz="1350" spc="-225">
                <a:solidFill>
                  <a:srgbClr val="D3D3D1"/>
                </a:solidFill>
                <a:latin typeface="Arial"/>
                <a:cs typeface="Arial"/>
              </a:rPr>
              <a:t>a⭲d</a:t>
            </a:r>
            <a:r>
              <a:rPr dirty="0" sz="1350" spc="7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D3D3D1"/>
                </a:solidFill>
                <a:latin typeface="Arial"/>
                <a:cs typeface="Arial"/>
              </a:rPr>
              <a:t>ícal-timc</a:t>
            </a:r>
            <a:r>
              <a:rPr dirty="0" sz="1350" spc="65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D3D3D1"/>
                </a:solidFill>
                <a:latin typeface="Arial"/>
                <a:cs typeface="Arial"/>
              </a:rPr>
              <a:t>dctcctio⭲</a:t>
            </a:r>
            <a:r>
              <a:rPr dirty="0" sz="1350" spc="40">
                <a:solidFill>
                  <a:srgbClr val="D3D3D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D3D3D1"/>
                </a:solidFill>
                <a:latin typeface="Arial"/>
                <a:cs typeface="Arial"/>
              </a:rPr>
              <a:t>sQstcms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2025-12-02T09:22:36Z</dcterms:created>
  <dcterms:modified xsi:type="dcterms:W3CDTF">2025-12-02T09:22:36Z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2025-12-02T00:00:00Z</vt:filetime>
  </property>
  <property fmtid="{D5CDD505-2E9C-101B-9397-08002B2CF9AE}" pid="5" name="Producer">
    <vt:lpwstr>www.ilovepdf.com</vt:lpwstr>
  </property>
</Properties>
</file>